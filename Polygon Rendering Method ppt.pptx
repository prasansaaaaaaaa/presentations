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0" r:id="rId2"/>
  </p:sldMasterIdLst>
  <p:notesMasterIdLst>
    <p:notesMasterId r:id="rId22"/>
  </p:notesMasterIdLst>
  <p:handoutMasterIdLst>
    <p:handoutMasterId r:id="rId23"/>
  </p:handout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3" r:id="rId20"/>
    <p:sldId id="274" r:id="rId21"/>
  </p:sldIdLst>
  <p:sldSz cx="10080625" cy="5670550"/>
  <p:notesSz cx="7559675" cy="10691813"/>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84" d="100"/>
          <a:sy n="84" d="100"/>
        </p:scale>
        <p:origin x="532" y="6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theme" Target="theme/theme1.xml"/><Relationship Id="rId3" Type="http://schemas.openxmlformats.org/officeDocument/2006/relationships/slide" Target="slides/slide1.xml"/><Relationship Id="rId21" Type="http://schemas.openxmlformats.org/officeDocument/2006/relationships/slide" Target="slides/slide19.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viewProps" Target="viewProp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presProps" Target="pres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handoutMaster" Target="handoutMasters/handoutMaster1.xml"/><Relationship Id="rId10" Type="http://schemas.openxmlformats.org/officeDocument/2006/relationships/slide" Target="slides/slide8.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notesMaster" Target="notesMasters/notesMaster1.xml"/><Relationship Id="rId27"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4F8082A0-22F2-44DC-ABA6-B1AEEBF9DE7B}"/>
              </a:ext>
            </a:extLst>
          </p:cNvPr>
          <p:cNvSpPr txBox="1">
            <a:spLocks noGrp="1"/>
          </p:cNvSpPr>
          <p:nvPr>
            <p:ph type="hdr" sz="quarter"/>
          </p:nvPr>
        </p:nvSpPr>
        <p:spPr>
          <a:xfrm>
            <a:off x="0" y="0"/>
            <a:ext cx="3280680" cy="534240"/>
          </a:xfrm>
          <a:prstGeom prst="rect">
            <a:avLst/>
          </a:prstGeom>
          <a:noFill/>
          <a:ln>
            <a:noFill/>
          </a:ln>
        </p:spPr>
        <p:txBody>
          <a:bodyPr vert="horz" wrap="none" lIns="90000" tIns="45000" rIns="90000" bIns="45000" anchorCtr="0" compatLnSpc="0">
            <a:noAutofit/>
          </a:bodyPr>
          <a:lstStyle/>
          <a:p>
            <a:pPr marL="0" marR="0" lvl="0" indent="0" rtl="0" hangingPunct="0">
              <a:lnSpc>
                <a:spcPct val="100000"/>
              </a:lnSpc>
              <a:spcBef>
                <a:spcPts val="0"/>
              </a:spcBef>
              <a:spcAft>
                <a:spcPts val="0"/>
              </a:spcAft>
              <a:buNone/>
              <a:tabLst/>
              <a:defRPr sz="1400"/>
            </a:pPr>
            <a:endParaRPr lang="en-US" sz="1400" b="0" i="0" u="none" strike="noStrike" kern="1200" cap="none">
              <a:ln>
                <a:noFill/>
              </a:ln>
              <a:latin typeface="Liberation Sans" pitchFamily="18"/>
              <a:ea typeface="DejaVu Sans" pitchFamily="2"/>
              <a:cs typeface="DejaVu Sans" pitchFamily="2"/>
            </a:endParaRPr>
          </a:p>
        </p:txBody>
      </p:sp>
      <p:sp>
        <p:nvSpPr>
          <p:cNvPr id="3" name="Date Placeholder 2">
            <a:extLst>
              <a:ext uri="{FF2B5EF4-FFF2-40B4-BE49-F238E27FC236}">
                <a16:creationId xmlns:a16="http://schemas.microsoft.com/office/drawing/2014/main" id="{A0FA1187-3A80-447F-BE06-D108F460EF67}"/>
              </a:ext>
            </a:extLst>
          </p:cNvPr>
          <p:cNvSpPr txBox="1">
            <a:spLocks noGrp="1"/>
          </p:cNvSpPr>
          <p:nvPr>
            <p:ph type="dt" sz="quarter" idx="1"/>
          </p:nvPr>
        </p:nvSpPr>
        <p:spPr>
          <a:xfrm>
            <a:off x="4278960" y="0"/>
            <a:ext cx="3280680" cy="534240"/>
          </a:xfrm>
          <a:prstGeom prst="rect">
            <a:avLst/>
          </a:prstGeom>
          <a:noFill/>
          <a:ln>
            <a:noFill/>
          </a:ln>
        </p:spPr>
        <p:txBody>
          <a:bodyPr vert="horz" wrap="none" lIns="90000" tIns="45000" rIns="90000" bIns="45000" anchorCtr="0" compatLnSpc="0">
            <a:noAutofit/>
          </a:bodyPr>
          <a:lstStyle/>
          <a:p>
            <a:pPr marL="0" marR="0" lvl="0" indent="0" algn="r" rtl="0" hangingPunct="0">
              <a:lnSpc>
                <a:spcPct val="100000"/>
              </a:lnSpc>
              <a:spcBef>
                <a:spcPts val="0"/>
              </a:spcBef>
              <a:spcAft>
                <a:spcPts val="0"/>
              </a:spcAft>
              <a:buNone/>
              <a:tabLst/>
              <a:defRPr sz="1400"/>
            </a:pPr>
            <a:endParaRPr lang="en-US" sz="1400" b="0" i="0" u="none" strike="noStrike" kern="1200" cap="none">
              <a:ln>
                <a:noFill/>
              </a:ln>
              <a:latin typeface="Liberation Sans" pitchFamily="18"/>
              <a:ea typeface="DejaVu Sans" pitchFamily="2"/>
              <a:cs typeface="DejaVu Sans" pitchFamily="2"/>
            </a:endParaRPr>
          </a:p>
        </p:txBody>
      </p:sp>
      <p:sp>
        <p:nvSpPr>
          <p:cNvPr id="4" name="Footer Placeholder 3">
            <a:extLst>
              <a:ext uri="{FF2B5EF4-FFF2-40B4-BE49-F238E27FC236}">
                <a16:creationId xmlns:a16="http://schemas.microsoft.com/office/drawing/2014/main" id="{E94CBFE8-AF90-4204-A11B-564DBB5A0281}"/>
              </a:ext>
            </a:extLst>
          </p:cNvPr>
          <p:cNvSpPr txBox="1">
            <a:spLocks noGrp="1"/>
          </p:cNvSpPr>
          <p:nvPr>
            <p:ph type="ftr" sz="quarter" idx="2"/>
          </p:nvPr>
        </p:nvSpPr>
        <p:spPr>
          <a:xfrm>
            <a:off x="0" y="10157400"/>
            <a:ext cx="3280680" cy="534240"/>
          </a:xfrm>
          <a:prstGeom prst="rect">
            <a:avLst/>
          </a:prstGeom>
          <a:noFill/>
          <a:ln>
            <a:noFill/>
          </a:ln>
        </p:spPr>
        <p:txBody>
          <a:bodyPr vert="horz" wrap="none" lIns="90000" tIns="45000" rIns="90000" bIns="45000" anchor="b" anchorCtr="0" compatLnSpc="0">
            <a:noAutofit/>
          </a:bodyPr>
          <a:lstStyle/>
          <a:p>
            <a:pPr marL="0" marR="0" lvl="0" indent="0" rtl="0" hangingPunct="0">
              <a:lnSpc>
                <a:spcPct val="100000"/>
              </a:lnSpc>
              <a:spcBef>
                <a:spcPts val="0"/>
              </a:spcBef>
              <a:spcAft>
                <a:spcPts val="0"/>
              </a:spcAft>
              <a:buNone/>
              <a:tabLst/>
              <a:defRPr sz="1400"/>
            </a:pPr>
            <a:endParaRPr lang="en-US" sz="1400" b="0" i="0" u="none" strike="noStrike" kern="1200" cap="none">
              <a:ln>
                <a:noFill/>
              </a:ln>
              <a:latin typeface="Liberation Sans" pitchFamily="18"/>
              <a:ea typeface="DejaVu Sans" pitchFamily="2"/>
              <a:cs typeface="DejaVu Sans" pitchFamily="2"/>
            </a:endParaRPr>
          </a:p>
        </p:txBody>
      </p:sp>
      <p:sp>
        <p:nvSpPr>
          <p:cNvPr id="5" name="Slide Number Placeholder 4">
            <a:extLst>
              <a:ext uri="{FF2B5EF4-FFF2-40B4-BE49-F238E27FC236}">
                <a16:creationId xmlns:a16="http://schemas.microsoft.com/office/drawing/2014/main" id="{E3CFC507-EC6B-4A11-9A42-B60AF2FF75A3}"/>
              </a:ext>
            </a:extLst>
          </p:cNvPr>
          <p:cNvSpPr txBox="1">
            <a:spLocks noGrp="1"/>
          </p:cNvSpPr>
          <p:nvPr>
            <p:ph type="sldNum" sz="quarter" idx="3"/>
          </p:nvPr>
        </p:nvSpPr>
        <p:spPr>
          <a:xfrm>
            <a:off x="4278960" y="10157400"/>
            <a:ext cx="3280680" cy="534240"/>
          </a:xfrm>
          <a:prstGeom prst="rect">
            <a:avLst/>
          </a:prstGeom>
          <a:noFill/>
          <a:ln>
            <a:noFill/>
          </a:ln>
        </p:spPr>
        <p:txBody>
          <a:bodyPr vert="horz" wrap="none" lIns="90000" tIns="45000" rIns="90000" bIns="45000" anchor="b" anchorCtr="0" compatLnSpc="0">
            <a:noAutofit/>
          </a:bodyPr>
          <a:lstStyle/>
          <a:p>
            <a:pPr marL="0" marR="0" lvl="0" indent="0" algn="r" rtl="0" hangingPunct="0">
              <a:lnSpc>
                <a:spcPct val="100000"/>
              </a:lnSpc>
              <a:spcBef>
                <a:spcPts val="0"/>
              </a:spcBef>
              <a:spcAft>
                <a:spcPts val="0"/>
              </a:spcAft>
              <a:buNone/>
              <a:tabLst/>
              <a:defRPr sz="1400"/>
            </a:pPr>
            <a:fld id="{6BA11D69-437B-4043-B52E-2DEE1A9097AD}" type="slidenum">
              <a:t>‹#›</a:t>
            </a:fld>
            <a:endParaRPr lang="en-US" sz="1400" b="0" i="0" u="none" strike="noStrike" kern="1200" cap="none">
              <a:ln>
                <a:noFill/>
              </a:ln>
              <a:latin typeface="Liberation Sans" pitchFamily="18"/>
              <a:ea typeface="DejaVu Sans" pitchFamily="2"/>
              <a:cs typeface="DejaVu Sans" pitchFamily="2"/>
            </a:endParaRPr>
          </a:p>
        </p:txBody>
      </p:sp>
    </p:spTree>
    <p:extLst>
      <p:ext uri="{BB962C8B-B14F-4D97-AF65-F5344CB8AC3E}">
        <p14:creationId xmlns:p14="http://schemas.microsoft.com/office/powerpoint/2010/main" val="420601972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F02C6AE-5521-4C9E-9397-9D4BA1FBC67F}"/>
              </a:ext>
            </a:extLst>
          </p:cNvPr>
          <p:cNvSpPr>
            <a:spLocks noGrp="1" noRot="1" noChangeAspect="1"/>
          </p:cNvSpPr>
          <p:nvPr>
            <p:ph type="sldImg" idx="2"/>
          </p:nvPr>
        </p:nvSpPr>
        <p:spPr>
          <a:xfrm>
            <a:off x="1107000" y="812520"/>
            <a:ext cx="5345280" cy="4008959"/>
          </a:xfrm>
          <a:prstGeom prst="rect">
            <a:avLst/>
          </a:prstGeom>
          <a:noFill/>
          <a:ln>
            <a:noFill/>
            <a:prstDash val="solid"/>
          </a:ln>
        </p:spPr>
      </p:sp>
      <p:sp>
        <p:nvSpPr>
          <p:cNvPr id="3" name="Notes Placeholder 2">
            <a:extLst>
              <a:ext uri="{FF2B5EF4-FFF2-40B4-BE49-F238E27FC236}">
                <a16:creationId xmlns:a16="http://schemas.microsoft.com/office/drawing/2014/main" id="{5ED8BC8D-6524-426F-B0EC-F3ECD3906A8D}"/>
              </a:ext>
            </a:extLst>
          </p:cNvPr>
          <p:cNvSpPr txBox="1">
            <a:spLocks noGrp="1"/>
          </p:cNvSpPr>
          <p:nvPr>
            <p:ph type="body" sz="quarter" idx="3"/>
          </p:nvPr>
        </p:nvSpPr>
        <p:spPr>
          <a:xfrm>
            <a:off x="756000" y="5078520"/>
            <a:ext cx="6047640" cy="4811040"/>
          </a:xfrm>
          <a:prstGeom prst="rect">
            <a:avLst/>
          </a:prstGeom>
          <a:noFill/>
          <a:ln>
            <a:noFill/>
          </a:ln>
        </p:spPr>
        <p:txBody>
          <a:bodyPr lIns="0" tIns="0" rIns="0" bIns="0"/>
          <a:lstStyle/>
          <a:p>
            <a:endParaRPr lang="en-US"/>
          </a:p>
        </p:txBody>
      </p:sp>
      <p:sp>
        <p:nvSpPr>
          <p:cNvPr id="4" name="Header Placeholder 3">
            <a:extLst>
              <a:ext uri="{FF2B5EF4-FFF2-40B4-BE49-F238E27FC236}">
                <a16:creationId xmlns:a16="http://schemas.microsoft.com/office/drawing/2014/main" id="{FF8452BC-AC22-4B19-A763-F2E3FF309D4B}"/>
              </a:ext>
            </a:extLst>
          </p:cNvPr>
          <p:cNvSpPr txBox="1">
            <a:spLocks noGrp="1"/>
          </p:cNvSpPr>
          <p:nvPr>
            <p:ph type="hdr" sz="quarter"/>
          </p:nvPr>
        </p:nvSpPr>
        <p:spPr>
          <a:xfrm>
            <a:off x="0" y="0"/>
            <a:ext cx="3280680" cy="534240"/>
          </a:xfrm>
          <a:prstGeom prst="rect">
            <a:avLst/>
          </a:prstGeom>
          <a:noFill/>
          <a:ln>
            <a:noFill/>
          </a:ln>
        </p:spPr>
        <p:txBody>
          <a:bodyPr vert="horz" lIns="0" tIns="0" rIns="0" bIns="0" anchorCtr="0">
            <a:noAutofit/>
          </a:bodyPr>
          <a:lstStyle>
            <a:lvl1pPr lvl="0" rtl="0" hangingPunct="0">
              <a:buNone/>
              <a:tabLst/>
              <a:defRPr lang="en-US" sz="1400" kern="1200">
                <a:latin typeface="Liberation Sans" pitchFamily="18"/>
                <a:ea typeface="DejaVu Sans" pitchFamily="2"/>
                <a:cs typeface="DejaVu Sans" pitchFamily="2"/>
              </a:defRPr>
            </a:lvl1pPr>
          </a:lstStyle>
          <a:p>
            <a:pPr lvl="0"/>
            <a:endParaRPr lang="en-US"/>
          </a:p>
        </p:txBody>
      </p:sp>
      <p:sp>
        <p:nvSpPr>
          <p:cNvPr id="5" name="Date Placeholder 4">
            <a:extLst>
              <a:ext uri="{FF2B5EF4-FFF2-40B4-BE49-F238E27FC236}">
                <a16:creationId xmlns:a16="http://schemas.microsoft.com/office/drawing/2014/main" id="{0D187192-3C6D-4491-AE4A-B5979AA60610}"/>
              </a:ext>
            </a:extLst>
          </p:cNvPr>
          <p:cNvSpPr txBox="1">
            <a:spLocks noGrp="1"/>
          </p:cNvSpPr>
          <p:nvPr>
            <p:ph type="dt" idx="1"/>
          </p:nvPr>
        </p:nvSpPr>
        <p:spPr>
          <a:xfrm>
            <a:off x="4278960" y="0"/>
            <a:ext cx="3280680" cy="534240"/>
          </a:xfrm>
          <a:prstGeom prst="rect">
            <a:avLst/>
          </a:prstGeom>
          <a:noFill/>
          <a:ln>
            <a:noFill/>
          </a:ln>
        </p:spPr>
        <p:txBody>
          <a:bodyPr vert="horz" lIns="0" tIns="0" rIns="0" bIns="0" anchorCtr="0">
            <a:noAutofit/>
          </a:bodyPr>
          <a:lstStyle>
            <a:lvl1pPr lvl="0" algn="r" rtl="0" hangingPunct="0">
              <a:buNone/>
              <a:tabLst/>
              <a:defRPr lang="en-US" sz="1400" kern="1200">
                <a:latin typeface="Liberation Sans" pitchFamily="18"/>
                <a:ea typeface="DejaVu Sans" pitchFamily="2"/>
                <a:cs typeface="DejaVu Sans" pitchFamily="2"/>
              </a:defRPr>
            </a:lvl1pPr>
          </a:lstStyle>
          <a:p>
            <a:pPr lvl="0"/>
            <a:endParaRPr lang="en-US"/>
          </a:p>
        </p:txBody>
      </p:sp>
      <p:sp>
        <p:nvSpPr>
          <p:cNvPr id="6" name="Footer Placeholder 5">
            <a:extLst>
              <a:ext uri="{FF2B5EF4-FFF2-40B4-BE49-F238E27FC236}">
                <a16:creationId xmlns:a16="http://schemas.microsoft.com/office/drawing/2014/main" id="{39718CBD-D3BB-4017-9D7D-F34E0341D5FE}"/>
              </a:ext>
            </a:extLst>
          </p:cNvPr>
          <p:cNvSpPr txBox="1">
            <a:spLocks noGrp="1"/>
          </p:cNvSpPr>
          <p:nvPr>
            <p:ph type="ftr" sz="quarter" idx="4"/>
          </p:nvPr>
        </p:nvSpPr>
        <p:spPr>
          <a:xfrm>
            <a:off x="0" y="10157400"/>
            <a:ext cx="3280680" cy="534240"/>
          </a:xfrm>
          <a:prstGeom prst="rect">
            <a:avLst/>
          </a:prstGeom>
          <a:noFill/>
          <a:ln>
            <a:noFill/>
          </a:ln>
        </p:spPr>
        <p:txBody>
          <a:bodyPr vert="horz" lIns="0" tIns="0" rIns="0" bIns="0" anchor="b" anchorCtr="0">
            <a:noAutofit/>
          </a:bodyPr>
          <a:lstStyle>
            <a:lvl1pPr lvl="0" rtl="0" hangingPunct="0">
              <a:buNone/>
              <a:tabLst/>
              <a:defRPr lang="en-US" sz="1400" kern="1200">
                <a:latin typeface="Liberation Sans" pitchFamily="18"/>
                <a:ea typeface="DejaVu Sans" pitchFamily="2"/>
                <a:cs typeface="DejaVu Sans" pitchFamily="2"/>
              </a:defRPr>
            </a:lvl1pPr>
          </a:lstStyle>
          <a:p>
            <a:pPr lvl="0"/>
            <a:endParaRPr lang="en-US"/>
          </a:p>
        </p:txBody>
      </p:sp>
      <p:sp>
        <p:nvSpPr>
          <p:cNvPr id="7" name="Slide Number Placeholder 6">
            <a:extLst>
              <a:ext uri="{FF2B5EF4-FFF2-40B4-BE49-F238E27FC236}">
                <a16:creationId xmlns:a16="http://schemas.microsoft.com/office/drawing/2014/main" id="{26AC7364-3583-4426-9B41-4F2A289A926B}"/>
              </a:ext>
            </a:extLst>
          </p:cNvPr>
          <p:cNvSpPr txBox="1">
            <a:spLocks noGrp="1"/>
          </p:cNvSpPr>
          <p:nvPr>
            <p:ph type="sldNum" sz="quarter" idx="5"/>
          </p:nvPr>
        </p:nvSpPr>
        <p:spPr>
          <a:xfrm>
            <a:off x="4278960" y="10157400"/>
            <a:ext cx="3280680" cy="534240"/>
          </a:xfrm>
          <a:prstGeom prst="rect">
            <a:avLst/>
          </a:prstGeom>
          <a:noFill/>
          <a:ln>
            <a:noFill/>
          </a:ln>
        </p:spPr>
        <p:txBody>
          <a:bodyPr vert="horz" lIns="0" tIns="0" rIns="0" bIns="0" anchor="b" anchorCtr="0">
            <a:noAutofit/>
          </a:bodyPr>
          <a:lstStyle>
            <a:lvl1pPr lvl="0" algn="r" rtl="0" hangingPunct="0">
              <a:buNone/>
              <a:tabLst/>
              <a:defRPr lang="en-US" sz="1400" kern="1200">
                <a:latin typeface="Liberation Sans" pitchFamily="18"/>
                <a:ea typeface="DejaVu Sans" pitchFamily="2"/>
                <a:cs typeface="DejaVu Sans" pitchFamily="2"/>
              </a:defRPr>
            </a:lvl1pPr>
          </a:lstStyle>
          <a:p>
            <a:pPr lvl="0"/>
            <a:fld id="{971754CD-DD39-449F-A6A9-599ED18FCD00}" type="slidenum">
              <a:t>‹#›</a:t>
            </a:fld>
            <a:endParaRPr lang="en-US"/>
          </a:p>
        </p:txBody>
      </p:sp>
    </p:spTree>
    <p:extLst>
      <p:ext uri="{BB962C8B-B14F-4D97-AF65-F5344CB8AC3E}">
        <p14:creationId xmlns:p14="http://schemas.microsoft.com/office/powerpoint/2010/main" val="1773621365"/>
      </p:ext>
    </p:extLst>
  </p:cSld>
  <p:clrMap bg1="lt1" tx1="dk1" bg2="lt2" tx2="dk2" accent1="accent1" accent2="accent2" accent3="accent3" accent4="accent4" accent5="accent5" accent6="accent6" hlink="hlink" folHlink="folHlink"/>
  <p:notesStyle>
    <a:lvl1pPr marL="216000" marR="0" indent="-216000" rtl="0" hangingPunct="0">
      <a:tabLst/>
      <a:defRPr lang="en-US" sz="2000" b="0" i="0" u="none" strike="noStrike" kern="1200" cap="none">
        <a:ln>
          <a:noFill/>
        </a:ln>
        <a:highlight>
          <a:srgbClr val="FFFFFF"/>
        </a:highlight>
        <a:latin typeface="Liberation Sans" pitchFamily="18"/>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7FB0F6E3-2DFC-47AD-8A40-A0BA9C2A77C1}"/>
              </a:ext>
            </a:extLst>
          </p:cNvPr>
          <p:cNvSpPr txBox="1">
            <a:spLocks noGrp="1"/>
          </p:cNvSpPr>
          <p:nvPr>
            <p:ph type="sldNum" sz="quarter" idx="5"/>
          </p:nvPr>
        </p:nvSpPr>
        <p:spPr>
          <a:ln/>
        </p:spPr>
        <p:txBody>
          <a:bodyPr vert="horz" lIns="0" tIns="0" rIns="0" bIns="0" anchor="b" anchorCtr="0">
            <a:noAutofit/>
          </a:bodyPr>
          <a:lstStyle/>
          <a:p>
            <a:pPr lvl="0"/>
            <a:fld id="{522D3E4D-9FE2-4FB6-8C75-E0C4B839F961}" type="slidenum">
              <a:t>1</a:t>
            </a:fld>
            <a:endParaRPr lang="en-US"/>
          </a:p>
        </p:txBody>
      </p:sp>
      <p:sp>
        <p:nvSpPr>
          <p:cNvPr id="2" name="Slide Image Placeholder 1">
            <a:extLst>
              <a:ext uri="{FF2B5EF4-FFF2-40B4-BE49-F238E27FC236}">
                <a16:creationId xmlns:a16="http://schemas.microsoft.com/office/drawing/2014/main" id="{64EDA7E2-7D08-40B3-B43D-F90DA382F79A}"/>
              </a:ext>
            </a:extLst>
          </p:cNvPr>
          <p:cNvSpPr>
            <a:spLocks noGrp="1" noRot="1" noChangeAspect="1" noResize="1"/>
          </p:cNvSpPr>
          <p:nvPr>
            <p:ph type="sldImg"/>
          </p:nvPr>
        </p:nvSpPr>
        <p:spPr>
          <a:xfrm>
            <a:off x="217488" y="812800"/>
            <a:ext cx="7123112" cy="4008438"/>
          </a:xfrm>
          <a:solidFill>
            <a:srgbClr val="729FCF"/>
          </a:solidFill>
          <a:ln w="25400">
            <a:solidFill>
              <a:srgbClr val="3465A4"/>
            </a:solidFill>
            <a:prstDash val="solid"/>
          </a:ln>
        </p:spPr>
      </p:sp>
      <p:sp>
        <p:nvSpPr>
          <p:cNvPr id="3" name="Notes Placeholder 2">
            <a:extLst>
              <a:ext uri="{FF2B5EF4-FFF2-40B4-BE49-F238E27FC236}">
                <a16:creationId xmlns:a16="http://schemas.microsoft.com/office/drawing/2014/main" id="{43013777-22CC-496B-B1EB-172C40420E7B}"/>
              </a:ext>
            </a:extLst>
          </p:cNvPr>
          <p:cNvSpPr txBox="1">
            <a:spLocks noGrp="1"/>
          </p:cNvSpPr>
          <p:nvPr>
            <p:ph type="body" sz="quarter" idx="1"/>
          </p:nvPr>
        </p:nvSpPr>
        <p:spPr/>
        <p:txBody>
          <a:bodyPr vert="horz">
            <a:spAutoFit/>
          </a:bodyPr>
          <a:lstStyle/>
          <a:p>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B3761A66-1FBE-41CA-A951-E43420CD2F08}"/>
              </a:ext>
            </a:extLst>
          </p:cNvPr>
          <p:cNvSpPr txBox="1">
            <a:spLocks noGrp="1"/>
          </p:cNvSpPr>
          <p:nvPr>
            <p:ph type="sldNum" sz="quarter" idx="5"/>
          </p:nvPr>
        </p:nvSpPr>
        <p:spPr>
          <a:ln/>
        </p:spPr>
        <p:txBody>
          <a:bodyPr vert="horz" lIns="0" tIns="0" rIns="0" bIns="0" anchor="b" anchorCtr="0">
            <a:noAutofit/>
          </a:bodyPr>
          <a:lstStyle/>
          <a:p>
            <a:pPr lvl="0"/>
            <a:fld id="{E8C05B61-774E-44B7-AF4A-77FDFD38CD52}" type="slidenum">
              <a:t>2</a:t>
            </a:fld>
            <a:endParaRPr lang="en-US"/>
          </a:p>
        </p:txBody>
      </p:sp>
      <p:sp>
        <p:nvSpPr>
          <p:cNvPr id="2" name="Slide Image Placeholder 1">
            <a:extLst>
              <a:ext uri="{FF2B5EF4-FFF2-40B4-BE49-F238E27FC236}">
                <a16:creationId xmlns:a16="http://schemas.microsoft.com/office/drawing/2014/main" id="{9AB75545-220C-4BA8-B458-CA2A3E33DC6F}"/>
              </a:ext>
            </a:extLst>
          </p:cNvPr>
          <p:cNvSpPr>
            <a:spLocks noGrp="1" noRot="1" noChangeAspect="1" noResize="1"/>
          </p:cNvSpPr>
          <p:nvPr>
            <p:ph type="sldImg"/>
          </p:nvPr>
        </p:nvSpPr>
        <p:spPr>
          <a:xfrm>
            <a:off x="217488" y="812800"/>
            <a:ext cx="7123112" cy="4008438"/>
          </a:xfrm>
          <a:solidFill>
            <a:srgbClr val="729FCF"/>
          </a:solidFill>
          <a:ln w="25400">
            <a:solidFill>
              <a:srgbClr val="3465A4"/>
            </a:solidFill>
            <a:prstDash val="solid"/>
          </a:ln>
        </p:spPr>
      </p:sp>
      <p:sp>
        <p:nvSpPr>
          <p:cNvPr id="3" name="Notes Placeholder 2">
            <a:extLst>
              <a:ext uri="{FF2B5EF4-FFF2-40B4-BE49-F238E27FC236}">
                <a16:creationId xmlns:a16="http://schemas.microsoft.com/office/drawing/2014/main" id="{ED6CED3F-CE0F-4300-8F32-4F2DBA7B4818}"/>
              </a:ext>
            </a:extLst>
          </p:cNvPr>
          <p:cNvSpPr txBox="1">
            <a:spLocks noGrp="1"/>
          </p:cNvSpPr>
          <p:nvPr>
            <p:ph type="body" sz="quarter" idx="1"/>
          </p:nvPr>
        </p:nvSpPr>
        <p:spPr/>
        <p:txBody>
          <a:bodyPr vert="horz">
            <a:spAutoFit/>
          </a:bodyPr>
          <a:lstStyle/>
          <a:p>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89339B8C-98F3-45AC-B96E-CF4AA1CC9D38}"/>
              </a:ext>
            </a:extLst>
          </p:cNvPr>
          <p:cNvSpPr txBox="1">
            <a:spLocks noGrp="1"/>
          </p:cNvSpPr>
          <p:nvPr>
            <p:ph type="sldNum" sz="quarter" idx="5"/>
          </p:nvPr>
        </p:nvSpPr>
        <p:spPr>
          <a:ln/>
        </p:spPr>
        <p:txBody>
          <a:bodyPr vert="horz" lIns="0" tIns="0" rIns="0" bIns="0" anchor="b" anchorCtr="0">
            <a:noAutofit/>
          </a:bodyPr>
          <a:lstStyle/>
          <a:p>
            <a:pPr lvl="0"/>
            <a:fld id="{64879DD4-7C85-43B3-B436-D4B0D67CE706}" type="slidenum">
              <a:t>3</a:t>
            </a:fld>
            <a:endParaRPr lang="en-US"/>
          </a:p>
        </p:txBody>
      </p:sp>
      <p:sp>
        <p:nvSpPr>
          <p:cNvPr id="2" name="Slide Image Placeholder 1">
            <a:extLst>
              <a:ext uri="{FF2B5EF4-FFF2-40B4-BE49-F238E27FC236}">
                <a16:creationId xmlns:a16="http://schemas.microsoft.com/office/drawing/2014/main" id="{9C7E8922-3118-4F47-AE00-C8CA1B4F83A9}"/>
              </a:ext>
            </a:extLst>
          </p:cNvPr>
          <p:cNvSpPr>
            <a:spLocks noGrp="1" noRot="1" noChangeAspect="1" noResize="1"/>
          </p:cNvSpPr>
          <p:nvPr>
            <p:ph type="sldImg"/>
          </p:nvPr>
        </p:nvSpPr>
        <p:spPr>
          <a:xfrm>
            <a:off x="217488" y="812800"/>
            <a:ext cx="7123112" cy="4008438"/>
          </a:xfrm>
          <a:solidFill>
            <a:srgbClr val="729FCF"/>
          </a:solidFill>
          <a:ln w="25400">
            <a:solidFill>
              <a:srgbClr val="3465A4"/>
            </a:solidFill>
            <a:prstDash val="solid"/>
          </a:ln>
        </p:spPr>
      </p:sp>
      <p:sp>
        <p:nvSpPr>
          <p:cNvPr id="3" name="Notes Placeholder 2">
            <a:extLst>
              <a:ext uri="{FF2B5EF4-FFF2-40B4-BE49-F238E27FC236}">
                <a16:creationId xmlns:a16="http://schemas.microsoft.com/office/drawing/2014/main" id="{A3D99D30-F928-4C01-B15A-1D82D719720B}"/>
              </a:ext>
            </a:extLst>
          </p:cNvPr>
          <p:cNvSpPr txBox="1">
            <a:spLocks noGrp="1"/>
          </p:cNvSpPr>
          <p:nvPr>
            <p:ph type="body" sz="quarter" idx="1"/>
          </p:nvPr>
        </p:nvSpPr>
        <p:spPr/>
        <p:txBody>
          <a:bodyPr vert="horz"/>
          <a:lstStyle/>
          <a:p>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55DF3E27-1D24-46B5-9CC7-E839F64391CC}"/>
              </a:ext>
            </a:extLst>
          </p:cNvPr>
          <p:cNvSpPr txBox="1">
            <a:spLocks noGrp="1"/>
          </p:cNvSpPr>
          <p:nvPr>
            <p:ph type="sldNum" sz="quarter" idx="5"/>
          </p:nvPr>
        </p:nvSpPr>
        <p:spPr>
          <a:ln/>
        </p:spPr>
        <p:txBody>
          <a:bodyPr vert="horz" lIns="0" tIns="0" rIns="0" bIns="0" anchor="b" anchorCtr="0">
            <a:noAutofit/>
          </a:bodyPr>
          <a:lstStyle/>
          <a:p>
            <a:pPr lvl="0"/>
            <a:fld id="{EBBF0867-39DB-4F56-BEFF-B931CF70ACF9}" type="slidenum">
              <a:t>4</a:t>
            </a:fld>
            <a:endParaRPr lang="en-US"/>
          </a:p>
        </p:txBody>
      </p:sp>
      <p:sp>
        <p:nvSpPr>
          <p:cNvPr id="2" name="Slide Image Placeholder 1">
            <a:extLst>
              <a:ext uri="{FF2B5EF4-FFF2-40B4-BE49-F238E27FC236}">
                <a16:creationId xmlns:a16="http://schemas.microsoft.com/office/drawing/2014/main" id="{058FB04A-789A-4066-8D02-2ADCD35E9E1F}"/>
              </a:ext>
            </a:extLst>
          </p:cNvPr>
          <p:cNvSpPr>
            <a:spLocks noGrp="1" noRot="1" noChangeAspect="1" noResize="1"/>
          </p:cNvSpPr>
          <p:nvPr>
            <p:ph type="sldImg"/>
          </p:nvPr>
        </p:nvSpPr>
        <p:spPr>
          <a:xfrm>
            <a:off x="217488" y="812800"/>
            <a:ext cx="7123112" cy="4008438"/>
          </a:xfrm>
          <a:solidFill>
            <a:srgbClr val="729FCF"/>
          </a:solidFill>
          <a:ln w="25400">
            <a:solidFill>
              <a:srgbClr val="3465A4"/>
            </a:solidFill>
            <a:prstDash val="solid"/>
          </a:ln>
        </p:spPr>
      </p:sp>
      <p:sp>
        <p:nvSpPr>
          <p:cNvPr id="3" name="Notes Placeholder 2">
            <a:extLst>
              <a:ext uri="{FF2B5EF4-FFF2-40B4-BE49-F238E27FC236}">
                <a16:creationId xmlns:a16="http://schemas.microsoft.com/office/drawing/2014/main" id="{F397B806-3675-4F8C-B968-2742F69E6D4C}"/>
              </a:ext>
            </a:extLst>
          </p:cNvPr>
          <p:cNvSpPr txBox="1">
            <a:spLocks noGrp="1"/>
          </p:cNvSpPr>
          <p:nvPr>
            <p:ph type="body" sz="quarter" idx="1"/>
          </p:nvPr>
        </p:nvSpPr>
        <p:spPr/>
        <p:txBody>
          <a:bodyPr vert="horz"/>
          <a:lstStyle/>
          <a:p>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F737AFD1-212D-4982-8EFD-640F9D0153F1}"/>
              </a:ext>
            </a:extLst>
          </p:cNvPr>
          <p:cNvSpPr txBox="1">
            <a:spLocks noGrp="1"/>
          </p:cNvSpPr>
          <p:nvPr>
            <p:ph type="sldNum" sz="quarter" idx="5"/>
          </p:nvPr>
        </p:nvSpPr>
        <p:spPr>
          <a:ln/>
        </p:spPr>
        <p:txBody>
          <a:bodyPr vert="horz" lIns="0" tIns="0" rIns="0" bIns="0" anchor="b" anchorCtr="0">
            <a:noAutofit/>
          </a:bodyPr>
          <a:lstStyle/>
          <a:p>
            <a:pPr lvl="0"/>
            <a:fld id="{778AC6B0-FD94-42DD-A47D-5A77FF742C30}" type="slidenum">
              <a:t>5</a:t>
            </a:fld>
            <a:endParaRPr lang="en-US"/>
          </a:p>
        </p:txBody>
      </p:sp>
      <p:sp>
        <p:nvSpPr>
          <p:cNvPr id="2" name="Slide Image Placeholder 1">
            <a:extLst>
              <a:ext uri="{FF2B5EF4-FFF2-40B4-BE49-F238E27FC236}">
                <a16:creationId xmlns:a16="http://schemas.microsoft.com/office/drawing/2014/main" id="{2E8381F5-CD8E-4EF7-AABC-2BDFD9BEB46A}"/>
              </a:ext>
            </a:extLst>
          </p:cNvPr>
          <p:cNvSpPr>
            <a:spLocks noGrp="1" noRot="1" noChangeAspect="1" noResize="1"/>
          </p:cNvSpPr>
          <p:nvPr>
            <p:ph type="sldImg"/>
          </p:nvPr>
        </p:nvSpPr>
        <p:spPr>
          <a:xfrm>
            <a:off x="217488" y="812800"/>
            <a:ext cx="7123112" cy="4008438"/>
          </a:xfrm>
          <a:solidFill>
            <a:srgbClr val="729FCF"/>
          </a:solidFill>
          <a:ln w="25400">
            <a:solidFill>
              <a:srgbClr val="3465A4"/>
            </a:solidFill>
            <a:prstDash val="solid"/>
          </a:ln>
        </p:spPr>
      </p:sp>
      <p:sp>
        <p:nvSpPr>
          <p:cNvPr id="3" name="Notes Placeholder 2">
            <a:extLst>
              <a:ext uri="{FF2B5EF4-FFF2-40B4-BE49-F238E27FC236}">
                <a16:creationId xmlns:a16="http://schemas.microsoft.com/office/drawing/2014/main" id="{2D0BD727-6A13-40E2-B947-9B8DE5E31BBD}"/>
              </a:ext>
            </a:extLst>
          </p:cNvPr>
          <p:cNvSpPr txBox="1">
            <a:spLocks noGrp="1"/>
          </p:cNvSpPr>
          <p:nvPr>
            <p:ph type="body" sz="quarter" idx="1"/>
          </p:nvPr>
        </p:nvSpPr>
        <p:spPr/>
        <p:txBody>
          <a:bodyPr vert="horz"/>
          <a:lstStyle/>
          <a:p>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A9D326AE-FA4A-434E-9992-E3DE0C63C14C}"/>
              </a:ext>
            </a:extLst>
          </p:cNvPr>
          <p:cNvSpPr txBox="1">
            <a:spLocks noGrp="1"/>
          </p:cNvSpPr>
          <p:nvPr>
            <p:ph type="sldNum" sz="quarter" idx="5"/>
          </p:nvPr>
        </p:nvSpPr>
        <p:spPr>
          <a:ln/>
        </p:spPr>
        <p:txBody>
          <a:bodyPr vert="horz" lIns="0" tIns="0" rIns="0" bIns="0" anchor="b" anchorCtr="0">
            <a:noAutofit/>
          </a:bodyPr>
          <a:lstStyle/>
          <a:p>
            <a:pPr lvl="0"/>
            <a:fld id="{5B00BD40-17C0-47A3-A221-0B451C321488}" type="slidenum">
              <a:t>6</a:t>
            </a:fld>
            <a:endParaRPr lang="en-US"/>
          </a:p>
        </p:txBody>
      </p:sp>
      <p:sp>
        <p:nvSpPr>
          <p:cNvPr id="2" name="Slide Image Placeholder 1">
            <a:extLst>
              <a:ext uri="{FF2B5EF4-FFF2-40B4-BE49-F238E27FC236}">
                <a16:creationId xmlns:a16="http://schemas.microsoft.com/office/drawing/2014/main" id="{FAB165E6-92D3-40CA-B910-6AF2FC118270}"/>
              </a:ext>
            </a:extLst>
          </p:cNvPr>
          <p:cNvSpPr>
            <a:spLocks noGrp="1" noRot="1" noChangeAspect="1" noResize="1"/>
          </p:cNvSpPr>
          <p:nvPr>
            <p:ph type="sldImg"/>
          </p:nvPr>
        </p:nvSpPr>
        <p:spPr>
          <a:xfrm>
            <a:off x="217488" y="812800"/>
            <a:ext cx="7123112" cy="4008438"/>
          </a:xfrm>
          <a:solidFill>
            <a:srgbClr val="729FCF"/>
          </a:solidFill>
          <a:ln w="25400">
            <a:solidFill>
              <a:srgbClr val="3465A4"/>
            </a:solidFill>
            <a:prstDash val="solid"/>
          </a:ln>
        </p:spPr>
      </p:sp>
      <p:sp>
        <p:nvSpPr>
          <p:cNvPr id="3" name="Notes Placeholder 2">
            <a:extLst>
              <a:ext uri="{FF2B5EF4-FFF2-40B4-BE49-F238E27FC236}">
                <a16:creationId xmlns:a16="http://schemas.microsoft.com/office/drawing/2014/main" id="{32DE81D2-D483-4D95-9C09-F1BA06175ABB}"/>
              </a:ext>
            </a:extLst>
          </p:cNvPr>
          <p:cNvSpPr txBox="1">
            <a:spLocks noGrp="1"/>
          </p:cNvSpPr>
          <p:nvPr>
            <p:ph type="body" sz="quarter" idx="1"/>
          </p:nvPr>
        </p:nvSpPr>
        <p:spPr/>
        <p:txBody>
          <a:bodyPr vert="horz"/>
          <a:lstStyle/>
          <a:p>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2DC8CE53-62EB-43A7-ACB6-6F4BE522B3AA}"/>
              </a:ext>
            </a:extLst>
          </p:cNvPr>
          <p:cNvSpPr txBox="1">
            <a:spLocks noGrp="1"/>
          </p:cNvSpPr>
          <p:nvPr>
            <p:ph type="sldNum" sz="quarter" idx="5"/>
          </p:nvPr>
        </p:nvSpPr>
        <p:spPr>
          <a:ln/>
        </p:spPr>
        <p:txBody>
          <a:bodyPr vert="horz" lIns="0" tIns="0" rIns="0" bIns="0" anchor="b" anchorCtr="0">
            <a:noAutofit/>
          </a:bodyPr>
          <a:lstStyle/>
          <a:p>
            <a:pPr lvl="0"/>
            <a:fld id="{8978837D-A286-478B-9812-CFCE23005520}" type="slidenum">
              <a:t>7</a:t>
            </a:fld>
            <a:endParaRPr lang="en-US"/>
          </a:p>
        </p:txBody>
      </p:sp>
      <p:sp>
        <p:nvSpPr>
          <p:cNvPr id="2" name="Slide Image Placeholder 1">
            <a:extLst>
              <a:ext uri="{FF2B5EF4-FFF2-40B4-BE49-F238E27FC236}">
                <a16:creationId xmlns:a16="http://schemas.microsoft.com/office/drawing/2014/main" id="{DA37DE61-79FA-4408-8A11-79BF5A76B4FA}"/>
              </a:ext>
            </a:extLst>
          </p:cNvPr>
          <p:cNvSpPr>
            <a:spLocks noGrp="1" noRot="1" noChangeAspect="1" noResize="1"/>
          </p:cNvSpPr>
          <p:nvPr>
            <p:ph type="sldImg"/>
          </p:nvPr>
        </p:nvSpPr>
        <p:spPr>
          <a:xfrm>
            <a:off x="217488" y="812800"/>
            <a:ext cx="7123112" cy="4008438"/>
          </a:xfrm>
          <a:solidFill>
            <a:srgbClr val="729FCF"/>
          </a:solidFill>
          <a:ln w="25400">
            <a:solidFill>
              <a:srgbClr val="3465A4"/>
            </a:solidFill>
            <a:prstDash val="solid"/>
          </a:ln>
        </p:spPr>
      </p:sp>
      <p:sp>
        <p:nvSpPr>
          <p:cNvPr id="3" name="Notes Placeholder 2">
            <a:extLst>
              <a:ext uri="{FF2B5EF4-FFF2-40B4-BE49-F238E27FC236}">
                <a16:creationId xmlns:a16="http://schemas.microsoft.com/office/drawing/2014/main" id="{9AEA560A-4BA4-4744-9722-39A6B787C770}"/>
              </a:ext>
            </a:extLst>
          </p:cNvPr>
          <p:cNvSpPr txBox="1">
            <a:spLocks noGrp="1"/>
          </p:cNvSpPr>
          <p:nvPr>
            <p:ph type="body" sz="quarter" idx="1"/>
          </p:nvPr>
        </p:nvSpPr>
        <p:spPr/>
        <p:txBody>
          <a:bodyPr vert="horz"/>
          <a:lstStyle/>
          <a:p>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10AA9B58-1E21-41BC-B3C8-31747CEC800D}"/>
              </a:ext>
            </a:extLst>
          </p:cNvPr>
          <p:cNvSpPr txBox="1">
            <a:spLocks noGrp="1"/>
          </p:cNvSpPr>
          <p:nvPr>
            <p:ph type="sldNum" sz="quarter" idx="5"/>
          </p:nvPr>
        </p:nvSpPr>
        <p:spPr>
          <a:ln/>
        </p:spPr>
        <p:txBody>
          <a:bodyPr vert="horz" lIns="0" tIns="0" rIns="0" bIns="0" anchor="b" anchorCtr="0">
            <a:noAutofit/>
          </a:bodyPr>
          <a:lstStyle/>
          <a:p>
            <a:pPr lvl="0"/>
            <a:fld id="{4848ECD9-504B-436D-9804-6D05F4E14C40}" type="slidenum">
              <a:t>8</a:t>
            </a:fld>
            <a:endParaRPr lang="en-US"/>
          </a:p>
        </p:txBody>
      </p:sp>
      <p:sp>
        <p:nvSpPr>
          <p:cNvPr id="2" name="Slide Image Placeholder 1">
            <a:extLst>
              <a:ext uri="{FF2B5EF4-FFF2-40B4-BE49-F238E27FC236}">
                <a16:creationId xmlns:a16="http://schemas.microsoft.com/office/drawing/2014/main" id="{D272A152-3736-43E9-A8DB-1B9DB4954066}"/>
              </a:ext>
            </a:extLst>
          </p:cNvPr>
          <p:cNvSpPr>
            <a:spLocks noGrp="1" noRot="1" noChangeAspect="1" noResize="1"/>
          </p:cNvSpPr>
          <p:nvPr>
            <p:ph type="sldImg"/>
          </p:nvPr>
        </p:nvSpPr>
        <p:spPr>
          <a:xfrm>
            <a:off x="217488" y="812800"/>
            <a:ext cx="7123112" cy="4008438"/>
          </a:xfrm>
          <a:solidFill>
            <a:srgbClr val="729FCF"/>
          </a:solidFill>
          <a:ln w="25400">
            <a:solidFill>
              <a:srgbClr val="3465A4"/>
            </a:solidFill>
            <a:prstDash val="solid"/>
          </a:ln>
        </p:spPr>
      </p:sp>
      <p:sp>
        <p:nvSpPr>
          <p:cNvPr id="3" name="Notes Placeholder 2">
            <a:extLst>
              <a:ext uri="{FF2B5EF4-FFF2-40B4-BE49-F238E27FC236}">
                <a16:creationId xmlns:a16="http://schemas.microsoft.com/office/drawing/2014/main" id="{C1FD83B3-193A-463E-89DA-240B48CC9B97}"/>
              </a:ext>
            </a:extLst>
          </p:cNvPr>
          <p:cNvSpPr txBox="1">
            <a:spLocks noGrp="1"/>
          </p:cNvSpPr>
          <p:nvPr>
            <p:ph type="body" sz="quarter" idx="1"/>
          </p:nvPr>
        </p:nvSpPr>
        <p:spPr/>
        <p:txBody>
          <a:bodyPr vert="horz"/>
          <a:lstStyle/>
          <a:p>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91B0504E-F573-4466-856F-8B0BC428C253}"/>
              </a:ext>
            </a:extLst>
          </p:cNvPr>
          <p:cNvSpPr txBox="1">
            <a:spLocks noGrp="1"/>
          </p:cNvSpPr>
          <p:nvPr>
            <p:ph type="sldNum" sz="quarter" idx="5"/>
          </p:nvPr>
        </p:nvSpPr>
        <p:spPr>
          <a:ln/>
        </p:spPr>
        <p:txBody>
          <a:bodyPr vert="horz" lIns="0" tIns="0" rIns="0" bIns="0" anchor="b" anchorCtr="0">
            <a:noAutofit/>
          </a:bodyPr>
          <a:lstStyle/>
          <a:p>
            <a:pPr lvl="0"/>
            <a:fld id="{1A06A8E0-4385-40F6-BE36-4A2C54B5DFC7}" type="slidenum">
              <a:t>9</a:t>
            </a:fld>
            <a:endParaRPr lang="en-US"/>
          </a:p>
        </p:txBody>
      </p:sp>
      <p:sp>
        <p:nvSpPr>
          <p:cNvPr id="2" name="Slide Image Placeholder 1">
            <a:extLst>
              <a:ext uri="{FF2B5EF4-FFF2-40B4-BE49-F238E27FC236}">
                <a16:creationId xmlns:a16="http://schemas.microsoft.com/office/drawing/2014/main" id="{8FF7C6AA-BA4B-4D93-943B-A4FE896A138F}"/>
              </a:ext>
            </a:extLst>
          </p:cNvPr>
          <p:cNvSpPr>
            <a:spLocks noGrp="1" noRot="1" noChangeAspect="1" noResize="1"/>
          </p:cNvSpPr>
          <p:nvPr>
            <p:ph type="sldImg"/>
          </p:nvPr>
        </p:nvSpPr>
        <p:spPr>
          <a:xfrm>
            <a:off x="217488" y="812800"/>
            <a:ext cx="7123112" cy="4008438"/>
          </a:xfrm>
          <a:solidFill>
            <a:srgbClr val="729FCF"/>
          </a:solidFill>
          <a:ln w="25400">
            <a:solidFill>
              <a:srgbClr val="3465A4"/>
            </a:solidFill>
            <a:prstDash val="solid"/>
          </a:ln>
        </p:spPr>
      </p:sp>
      <p:sp>
        <p:nvSpPr>
          <p:cNvPr id="3" name="Notes Placeholder 2">
            <a:extLst>
              <a:ext uri="{FF2B5EF4-FFF2-40B4-BE49-F238E27FC236}">
                <a16:creationId xmlns:a16="http://schemas.microsoft.com/office/drawing/2014/main" id="{73C82F57-7006-493C-A0E7-4B0C267F97DD}"/>
              </a:ext>
            </a:extLst>
          </p:cNvPr>
          <p:cNvSpPr txBox="1">
            <a:spLocks noGrp="1"/>
          </p:cNvSpPr>
          <p:nvPr>
            <p:ph type="body" sz="quarter" idx="1"/>
          </p:nvPr>
        </p:nvSpPr>
        <p:spPr/>
        <p:txBody>
          <a:bodyPr vert="horz"/>
          <a:lstStyle/>
          <a:p>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A585DAF7-94F8-498E-880E-8C65AC526CB7}"/>
              </a:ext>
            </a:extLst>
          </p:cNvPr>
          <p:cNvSpPr txBox="1">
            <a:spLocks noGrp="1"/>
          </p:cNvSpPr>
          <p:nvPr>
            <p:ph type="sldNum" sz="quarter" idx="5"/>
          </p:nvPr>
        </p:nvSpPr>
        <p:spPr>
          <a:ln/>
        </p:spPr>
        <p:txBody>
          <a:bodyPr vert="horz" lIns="0" tIns="0" rIns="0" bIns="0" anchor="b" anchorCtr="0">
            <a:noAutofit/>
          </a:bodyPr>
          <a:lstStyle/>
          <a:p>
            <a:pPr lvl="0"/>
            <a:fld id="{C0A33131-A1A0-4A1B-8B2A-051F1D3F26E3}" type="slidenum">
              <a:t>10</a:t>
            </a:fld>
            <a:endParaRPr lang="en-US"/>
          </a:p>
        </p:txBody>
      </p:sp>
      <p:sp>
        <p:nvSpPr>
          <p:cNvPr id="2" name="Slide Image Placeholder 1">
            <a:extLst>
              <a:ext uri="{FF2B5EF4-FFF2-40B4-BE49-F238E27FC236}">
                <a16:creationId xmlns:a16="http://schemas.microsoft.com/office/drawing/2014/main" id="{FAD8F081-1C45-46E7-95D1-43113D0DDD17}"/>
              </a:ext>
            </a:extLst>
          </p:cNvPr>
          <p:cNvSpPr>
            <a:spLocks noGrp="1" noRot="1" noChangeAspect="1" noResize="1"/>
          </p:cNvSpPr>
          <p:nvPr>
            <p:ph type="sldImg"/>
          </p:nvPr>
        </p:nvSpPr>
        <p:spPr>
          <a:xfrm>
            <a:off x="217488" y="812800"/>
            <a:ext cx="7123112" cy="4008438"/>
          </a:xfrm>
          <a:solidFill>
            <a:srgbClr val="729FCF"/>
          </a:solidFill>
          <a:ln w="25400">
            <a:solidFill>
              <a:srgbClr val="3465A4"/>
            </a:solidFill>
            <a:prstDash val="solid"/>
          </a:ln>
        </p:spPr>
      </p:sp>
      <p:sp>
        <p:nvSpPr>
          <p:cNvPr id="3" name="Notes Placeholder 2">
            <a:extLst>
              <a:ext uri="{FF2B5EF4-FFF2-40B4-BE49-F238E27FC236}">
                <a16:creationId xmlns:a16="http://schemas.microsoft.com/office/drawing/2014/main" id="{AB96F825-0010-4ABA-873C-8B44DC48BA75}"/>
              </a:ext>
            </a:extLst>
          </p:cNvPr>
          <p:cNvSpPr txBox="1">
            <a:spLocks noGrp="1"/>
          </p:cNvSpPr>
          <p:nvPr>
            <p:ph type="body" sz="quarter" idx="1"/>
          </p:nvPr>
        </p:nvSpPr>
        <p:spPr/>
        <p:txBody>
          <a:bodyPr vert="horz"/>
          <a:lstStyle/>
          <a:p>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82A3FF9D-4704-445D-979E-E855780FD2CA}"/>
              </a:ext>
            </a:extLst>
          </p:cNvPr>
          <p:cNvSpPr txBox="1">
            <a:spLocks noGrp="1"/>
          </p:cNvSpPr>
          <p:nvPr>
            <p:ph type="sldNum" sz="quarter" idx="5"/>
          </p:nvPr>
        </p:nvSpPr>
        <p:spPr>
          <a:ln/>
        </p:spPr>
        <p:txBody>
          <a:bodyPr vert="horz" lIns="0" tIns="0" rIns="0" bIns="0" anchor="b" anchorCtr="0">
            <a:noAutofit/>
          </a:bodyPr>
          <a:lstStyle/>
          <a:p>
            <a:pPr lvl="0"/>
            <a:fld id="{5ACA60D5-AD99-4A39-9661-4A9BD4927674}" type="slidenum">
              <a:t>11</a:t>
            </a:fld>
            <a:endParaRPr lang="en-US"/>
          </a:p>
        </p:txBody>
      </p:sp>
      <p:sp>
        <p:nvSpPr>
          <p:cNvPr id="2" name="Slide Image Placeholder 1">
            <a:extLst>
              <a:ext uri="{FF2B5EF4-FFF2-40B4-BE49-F238E27FC236}">
                <a16:creationId xmlns:a16="http://schemas.microsoft.com/office/drawing/2014/main" id="{7ACD3582-1D36-44D2-B865-9F92CDE5D386}"/>
              </a:ext>
            </a:extLst>
          </p:cNvPr>
          <p:cNvSpPr>
            <a:spLocks noGrp="1" noRot="1" noChangeAspect="1" noResize="1"/>
          </p:cNvSpPr>
          <p:nvPr>
            <p:ph type="sldImg"/>
          </p:nvPr>
        </p:nvSpPr>
        <p:spPr>
          <a:xfrm>
            <a:off x="217488" y="812800"/>
            <a:ext cx="7123112" cy="4008438"/>
          </a:xfrm>
          <a:solidFill>
            <a:srgbClr val="729FCF"/>
          </a:solidFill>
          <a:ln w="25400">
            <a:solidFill>
              <a:srgbClr val="3465A4"/>
            </a:solidFill>
            <a:prstDash val="solid"/>
          </a:ln>
        </p:spPr>
      </p:sp>
      <p:sp>
        <p:nvSpPr>
          <p:cNvPr id="3" name="Notes Placeholder 2">
            <a:extLst>
              <a:ext uri="{FF2B5EF4-FFF2-40B4-BE49-F238E27FC236}">
                <a16:creationId xmlns:a16="http://schemas.microsoft.com/office/drawing/2014/main" id="{38FB1D1F-D959-40C1-85BC-EDB5878AC785}"/>
              </a:ext>
            </a:extLst>
          </p:cNvPr>
          <p:cNvSpPr txBox="1">
            <a:spLocks noGrp="1"/>
          </p:cNvSpPr>
          <p:nvPr>
            <p:ph type="body" sz="quarter" idx="1"/>
          </p:nvPr>
        </p:nvSpPr>
        <p:spPr/>
        <p:txBody>
          <a:bodyPr vert="horz"/>
          <a:lstStyle/>
          <a:p>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5E1544D7-0D2E-4F14-97F8-6A2794E5CFEC}"/>
              </a:ext>
            </a:extLst>
          </p:cNvPr>
          <p:cNvSpPr txBox="1">
            <a:spLocks noGrp="1"/>
          </p:cNvSpPr>
          <p:nvPr>
            <p:ph type="sldNum" sz="quarter" idx="5"/>
          </p:nvPr>
        </p:nvSpPr>
        <p:spPr>
          <a:ln/>
        </p:spPr>
        <p:txBody>
          <a:bodyPr vert="horz" lIns="0" tIns="0" rIns="0" bIns="0" anchor="b" anchorCtr="0">
            <a:noAutofit/>
          </a:bodyPr>
          <a:lstStyle/>
          <a:p>
            <a:pPr lvl="0"/>
            <a:fld id="{30D74DD7-F499-4133-87B0-83D77ABC56CC}" type="slidenum">
              <a:t>12</a:t>
            </a:fld>
            <a:endParaRPr lang="en-US"/>
          </a:p>
        </p:txBody>
      </p:sp>
      <p:sp>
        <p:nvSpPr>
          <p:cNvPr id="2" name="Slide Image Placeholder 1">
            <a:extLst>
              <a:ext uri="{FF2B5EF4-FFF2-40B4-BE49-F238E27FC236}">
                <a16:creationId xmlns:a16="http://schemas.microsoft.com/office/drawing/2014/main" id="{BE93544B-FB06-44CB-BCA7-1B0DD69D5F58}"/>
              </a:ext>
            </a:extLst>
          </p:cNvPr>
          <p:cNvSpPr>
            <a:spLocks noGrp="1" noRot="1" noChangeAspect="1" noResize="1"/>
          </p:cNvSpPr>
          <p:nvPr>
            <p:ph type="sldImg"/>
          </p:nvPr>
        </p:nvSpPr>
        <p:spPr>
          <a:xfrm>
            <a:off x="217488" y="812800"/>
            <a:ext cx="7123112" cy="4008438"/>
          </a:xfrm>
          <a:solidFill>
            <a:srgbClr val="729FCF"/>
          </a:solidFill>
          <a:ln w="25400">
            <a:solidFill>
              <a:srgbClr val="3465A4"/>
            </a:solidFill>
            <a:prstDash val="solid"/>
          </a:ln>
        </p:spPr>
      </p:sp>
      <p:sp>
        <p:nvSpPr>
          <p:cNvPr id="3" name="Notes Placeholder 2">
            <a:extLst>
              <a:ext uri="{FF2B5EF4-FFF2-40B4-BE49-F238E27FC236}">
                <a16:creationId xmlns:a16="http://schemas.microsoft.com/office/drawing/2014/main" id="{F828D0E0-961B-44B5-A4A0-55782FF95BC9}"/>
              </a:ext>
            </a:extLst>
          </p:cNvPr>
          <p:cNvSpPr txBox="1">
            <a:spLocks noGrp="1"/>
          </p:cNvSpPr>
          <p:nvPr>
            <p:ph type="body" sz="quarter" idx="1"/>
          </p:nvPr>
        </p:nvSpPr>
        <p:spPr/>
        <p:txBody>
          <a:bodyPr vert="horz"/>
          <a:lstStyle/>
          <a:p>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E06128A4-445C-4CDB-9AF0-F3D5A28975EC}"/>
              </a:ext>
            </a:extLst>
          </p:cNvPr>
          <p:cNvSpPr txBox="1">
            <a:spLocks noGrp="1"/>
          </p:cNvSpPr>
          <p:nvPr>
            <p:ph type="sldNum" sz="quarter" idx="5"/>
          </p:nvPr>
        </p:nvSpPr>
        <p:spPr>
          <a:ln/>
        </p:spPr>
        <p:txBody>
          <a:bodyPr vert="horz" lIns="0" tIns="0" rIns="0" bIns="0" anchor="b" anchorCtr="0">
            <a:noAutofit/>
          </a:bodyPr>
          <a:lstStyle/>
          <a:p>
            <a:pPr lvl="0"/>
            <a:fld id="{5A8E3842-5824-4297-9D06-E6D43B281663}" type="slidenum">
              <a:t>13</a:t>
            </a:fld>
            <a:endParaRPr lang="en-US"/>
          </a:p>
        </p:txBody>
      </p:sp>
      <p:sp>
        <p:nvSpPr>
          <p:cNvPr id="2" name="Slide Image Placeholder 1">
            <a:extLst>
              <a:ext uri="{FF2B5EF4-FFF2-40B4-BE49-F238E27FC236}">
                <a16:creationId xmlns:a16="http://schemas.microsoft.com/office/drawing/2014/main" id="{866FF87A-836B-417D-BA35-F27835FFF545}"/>
              </a:ext>
            </a:extLst>
          </p:cNvPr>
          <p:cNvSpPr>
            <a:spLocks noGrp="1" noRot="1" noChangeAspect="1" noResize="1"/>
          </p:cNvSpPr>
          <p:nvPr>
            <p:ph type="sldImg"/>
          </p:nvPr>
        </p:nvSpPr>
        <p:spPr>
          <a:xfrm>
            <a:off x="217488" y="812800"/>
            <a:ext cx="7123112" cy="4008438"/>
          </a:xfrm>
          <a:solidFill>
            <a:srgbClr val="729FCF"/>
          </a:solidFill>
          <a:ln w="25400">
            <a:solidFill>
              <a:srgbClr val="3465A4"/>
            </a:solidFill>
            <a:prstDash val="solid"/>
          </a:ln>
        </p:spPr>
      </p:sp>
      <p:sp>
        <p:nvSpPr>
          <p:cNvPr id="3" name="Notes Placeholder 2">
            <a:extLst>
              <a:ext uri="{FF2B5EF4-FFF2-40B4-BE49-F238E27FC236}">
                <a16:creationId xmlns:a16="http://schemas.microsoft.com/office/drawing/2014/main" id="{DF2AA28F-FFC6-4999-981B-4C846FCC1A97}"/>
              </a:ext>
            </a:extLst>
          </p:cNvPr>
          <p:cNvSpPr txBox="1">
            <a:spLocks noGrp="1"/>
          </p:cNvSpPr>
          <p:nvPr>
            <p:ph type="body" sz="quarter" idx="1"/>
          </p:nvPr>
        </p:nvSpPr>
        <p:spPr/>
        <p:txBody>
          <a:bodyPr vert="horz"/>
          <a:lstStyle/>
          <a:p>
            <a:endParaRPr 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14F70A5B-F693-4983-8497-ED80CCB7EFD5}"/>
              </a:ext>
            </a:extLst>
          </p:cNvPr>
          <p:cNvSpPr txBox="1">
            <a:spLocks noGrp="1"/>
          </p:cNvSpPr>
          <p:nvPr>
            <p:ph type="sldNum" sz="quarter" idx="5"/>
          </p:nvPr>
        </p:nvSpPr>
        <p:spPr>
          <a:ln/>
        </p:spPr>
        <p:txBody>
          <a:bodyPr vert="horz" lIns="0" tIns="0" rIns="0" bIns="0" anchor="b" anchorCtr="0">
            <a:noAutofit/>
          </a:bodyPr>
          <a:lstStyle/>
          <a:p>
            <a:pPr lvl="0"/>
            <a:fld id="{AE653E68-9A09-44E8-96FC-E04BD827AAA1}" type="slidenum">
              <a:t>14</a:t>
            </a:fld>
            <a:endParaRPr lang="en-US"/>
          </a:p>
        </p:txBody>
      </p:sp>
      <p:sp>
        <p:nvSpPr>
          <p:cNvPr id="2" name="Slide Image Placeholder 1">
            <a:extLst>
              <a:ext uri="{FF2B5EF4-FFF2-40B4-BE49-F238E27FC236}">
                <a16:creationId xmlns:a16="http://schemas.microsoft.com/office/drawing/2014/main" id="{0CC1217F-87E5-4D45-AD78-AB1BC5476D46}"/>
              </a:ext>
            </a:extLst>
          </p:cNvPr>
          <p:cNvSpPr>
            <a:spLocks noGrp="1" noRot="1" noChangeAspect="1" noResize="1"/>
          </p:cNvSpPr>
          <p:nvPr>
            <p:ph type="sldImg"/>
          </p:nvPr>
        </p:nvSpPr>
        <p:spPr>
          <a:xfrm>
            <a:off x="217488" y="812800"/>
            <a:ext cx="7123112" cy="4008438"/>
          </a:xfrm>
          <a:solidFill>
            <a:srgbClr val="729FCF"/>
          </a:solidFill>
          <a:ln w="25400">
            <a:solidFill>
              <a:srgbClr val="3465A4"/>
            </a:solidFill>
            <a:prstDash val="solid"/>
          </a:ln>
        </p:spPr>
      </p:sp>
      <p:sp>
        <p:nvSpPr>
          <p:cNvPr id="3" name="Notes Placeholder 2">
            <a:extLst>
              <a:ext uri="{FF2B5EF4-FFF2-40B4-BE49-F238E27FC236}">
                <a16:creationId xmlns:a16="http://schemas.microsoft.com/office/drawing/2014/main" id="{27376E41-0625-4BEC-93A2-10441AF311B5}"/>
              </a:ext>
            </a:extLst>
          </p:cNvPr>
          <p:cNvSpPr txBox="1">
            <a:spLocks noGrp="1"/>
          </p:cNvSpPr>
          <p:nvPr>
            <p:ph type="body" sz="quarter" idx="1"/>
          </p:nvPr>
        </p:nvSpPr>
        <p:spPr/>
        <p:txBody>
          <a:bodyPr vert="horz"/>
          <a:lstStyle/>
          <a:p>
            <a:endParaRPr 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9581B223-C634-4B7B-933A-A4AF61193B97}"/>
              </a:ext>
            </a:extLst>
          </p:cNvPr>
          <p:cNvSpPr txBox="1">
            <a:spLocks noGrp="1"/>
          </p:cNvSpPr>
          <p:nvPr>
            <p:ph type="sldNum" sz="quarter" idx="5"/>
          </p:nvPr>
        </p:nvSpPr>
        <p:spPr>
          <a:ln/>
        </p:spPr>
        <p:txBody>
          <a:bodyPr vert="horz" lIns="0" tIns="0" rIns="0" bIns="0" anchor="b" anchorCtr="0">
            <a:noAutofit/>
          </a:bodyPr>
          <a:lstStyle/>
          <a:p>
            <a:pPr lvl="0"/>
            <a:fld id="{971C6169-A8B1-4811-9364-CA6611F3F0D5}" type="slidenum">
              <a:t>15</a:t>
            </a:fld>
            <a:endParaRPr lang="en-US"/>
          </a:p>
        </p:txBody>
      </p:sp>
      <p:sp>
        <p:nvSpPr>
          <p:cNvPr id="2" name="Slide Image Placeholder 1">
            <a:extLst>
              <a:ext uri="{FF2B5EF4-FFF2-40B4-BE49-F238E27FC236}">
                <a16:creationId xmlns:a16="http://schemas.microsoft.com/office/drawing/2014/main" id="{0A83626B-4D18-4D36-BF6F-F5E9AA376312}"/>
              </a:ext>
            </a:extLst>
          </p:cNvPr>
          <p:cNvSpPr>
            <a:spLocks noGrp="1" noRot="1" noChangeAspect="1" noResize="1"/>
          </p:cNvSpPr>
          <p:nvPr>
            <p:ph type="sldImg"/>
          </p:nvPr>
        </p:nvSpPr>
        <p:spPr>
          <a:xfrm>
            <a:off x="217488" y="812800"/>
            <a:ext cx="7123112" cy="4008438"/>
          </a:xfrm>
          <a:solidFill>
            <a:srgbClr val="729FCF"/>
          </a:solidFill>
          <a:ln w="25400">
            <a:solidFill>
              <a:srgbClr val="3465A4"/>
            </a:solidFill>
            <a:prstDash val="solid"/>
          </a:ln>
        </p:spPr>
      </p:sp>
      <p:sp>
        <p:nvSpPr>
          <p:cNvPr id="3" name="Notes Placeholder 2">
            <a:extLst>
              <a:ext uri="{FF2B5EF4-FFF2-40B4-BE49-F238E27FC236}">
                <a16:creationId xmlns:a16="http://schemas.microsoft.com/office/drawing/2014/main" id="{C1C58076-FB06-4B9B-BFE8-A297C778FF2E}"/>
              </a:ext>
            </a:extLst>
          </p:cNvPr>
          <p:cNvSpPr txBox="1">
            <a:spLocks noGrp="1"/>
          </p:cNvSpPr>
          <p:nvPr>
            <p:ph type="body" sz="quarter" idx="1"/>
          </p:nvPr>
        </p:nvSpPr>
        <p:spPr/>
        <p:txBody>
          <a:bodyPr vert="horz"/>
          <a:lstStyle/>
          <a:p>
            <a:endParaRPr 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153E6C31-8E95-4222-A79C-06713FEEA598}"/>
              </a:ext>
            </a:extLst>
          </p:cNvPr>
          <p:cNvSpPr txBox="1">
            <a:spLocks noGrp="1"/>
          </p:cNvSpPr>
          <p:nvPr>
            <p:ph type="sldNum" sz="quarter" idx="5"/>
          </p:nvPr>
        </p:nvSpPr>
        <p:spPr>
          <a:ln/>
        </p:spPr>
        <p:txBody>
          <a:bodyPr vert="horz" lIns="0" tIns="0" rIns="0" bIns="0" anchor="b" anchorCtr="0">
            <a:noAutofit/>
          </a:bodyPr>
          <a:lstStyle/>
          <a:p>
            <a:pPr lvl="0"/>
            <a:fld id="{E3485E86-B440-4CBB-B8CC-7D0FCA375A45}" type="slidenum">
              <a:t>16</a:t>
            </a:fld>
            <a:endParaRPr lang="en-US"/>
          </a:p>
        </p:txBody>
      </p:sp>
      <p:sp>
        <p:nvSpPr>
          <p:cNvPr id="2" name="Slide Image Placeholder 1">
            <a:extLst>
              <a:ext uri="{FF2B5EF4-FFF2-40B4-BE49-F238E27FC236}">
                <a16:creationId xmlns:a16="http://schemas.microsoft.com/office/drawing/2014/main" id="{16F863DA-208E-4494-B0EF-3253EBB7774A}"/>
              </a:ext>
            </a:extLst>
          </p:cNvPr>
          <p:cNvSpPr>
            <a:spLocks noGrp="1" noRot="1" noChangeAspect="1" noResize="1"/>
          </p:cNvSpPr>
          <p:nvPr>
            <p:ph type="sldImg"/>
          </p:nvPr>
        </p:nvSpPr>
        <p:spPr>
          <a:xfrm>
            <a:off x="217488" y="812800"/>
            <a:ext cx="7123112" cy="4008438"/>
          </a:xfrm>
          <a:solidFill>
            <a:srgbClr val="729FCF"/>
          </a:solidFill>
          <a:ln w="25400">
            <a:solidFill>
              <a:srgbClr val="3465A4"/>
            </a:solidFill>
            <a:prstDash val="solid"/>
          </a:ln>
        </p:spPr>
      </p:sp>
      <p:sp>
        <p:nvSpPr>
          <p:cNvPr id="3" name="Notes Placeholder 2">
            <a:extLst>
              <a:ext uri="{FF2B5EF4-FFF2-40B4-BE49-F238E27FC236}">
                <a16:creationId xmlns:a16="http://schemas.microsoft.com/office/drawing/2014/main" id="{2BC386C3-39A1-45EC-A515-8332968F7F96}"/>
              </a:ext>
            </a:extLst>
          </p:cNvPr>
          <p:cNvSpPr txBox="1">
            <a:spLocks noGrp="1"/>
          </p:cNvSpPr>
          <p:nvPr>
            <p:ph type="body" sz="quarter" idx="1"/>
          </p:nvPr>
        </p:nvSpPr>
        <p:spPr/>
        <p:txBody>
          <a:bodyPr vert="horz"/>
          <a:lstStyle/>
          <a:p>
            <a:endParaRPr 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E87DC861-0DE8-41FB-A3EB-02671E4041DD}"/>
              </a:ext>
            </a:extLst>
          </p:cNvPr>
          <p:cNvSpPr txBox="1">
            <a:spLocks noGrp="1"/>
          </p:cNvSpPr>
          <p:nvPr>
            <p:ph type="sldNum" sz="quarter" idx="5"/>
          </p:nvPr>
        </p:nvSpPr>
        <p:spPr>
          <a:ln/>
        </p:spPr>
        <p:txBody>
          <a:bodyPr vert="horz" lIns="0" tIns="0" rIns="0" bIns="0" anchor="b" anchorCtr="0">
            <a:noAutofit/>
          </a:bodyPr>
          <a:lstStyle/>
          <a:p>
            <a:pPr lvl="0"/>
            <a:fld id="{08432456-F8CD-4461-87B1-CC2ACFCFD12C}" type="slidenum">
              <a:t>17</a:t>
            </a:fld>
            <a:endParaRPr lang="en-US"/>
          </a:p>
        </p:txBody>
      </p:sp>
      <p:sp>
        <p:nvSpPr>
          <p:cNvPr id="2" name="Slide Image Placeholder 1">
            <a:extLst>
              <a:ext uri="{FF2B5EF4-FFF2-40B4-BE49-F238E27FC236}">
                <a16:creationId xmlns:a16="http://schemas.microsoft.com/office/drawing/2014/main" id="{18BF615E-075A-4305-98F8-4BFA4881ACDE}"/>
              </a:ext>
            </a:extLst>
          </p:cNvPr>
          <p:cNvSpPr>
            <a:spLocks noGrp="1" noRot="1" noChangeAspect="1" noResize="1"/>
          </p:cNvSpPr>
          <p:nvPr>
            <p:ph type="sldImg"/>
          </p:nvPr>
        </p:nvSpPr>
        <p:spPr>
          <a:xfrm>
            <a:off x="217488" y="812800"/>
            <a:ext cx="7123112" cy="4008438"/>
          </a:xfrm>
          <a:solidFill>
            <a:srgbClr val="729FCF"/>
          </a:solidFill>
          <a:ln w="25400">
            <a:solidFill>
              <a:srgbClr val="3465A4"/>
            </a:solidFill>
            <a:prstDash val="solid"/>
          </a:ln>
        </p:spPr>
      </p:sp>
      <p:sp>
        <p:nvSpPr>
          <p:cNvPr id="3" name="Notes Placeholder 2">
            <a:extLst>
              <a:ext uri="{FF2B5EF4-FFF2-40B4-BE49-F238E27FC236}">
                <a16:creationId xmlns:a16="http://schemas.microsoft.com/office/drawing/2014/main" id="{4D0BA08B-AB85-4367-BB44-ECEB68EE5ED0}"/>
              </a:ext>
            </a:extLst>
          </p:cNvPr>
          <p:cNvSpPr txBox="1">
            <a:spLocks noGrp="1"/>
          </p:cNvSpPr>
          <p:nvPr>
            <p:ph type="body" sz="quarter" idx="1"/>
          </p:nvPr>
        </p:nvSpPr>
        <p:spPr/>
        <p:txBody>
          <a:bodyPr vert="horz"/>
          <a:lstStyle/>
          <a:p>
            <a:endParaRPr 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2FF75AC4-566D-4601-AB18-1FDCA629B1EC}"/>
              </a:ext>
            </a:extLst>
          </p:cNvPr>
          <p:cNvSpPr txBox="1">
            <a:spLocks noGrp="1"/>
          </p:cNvSpPr>
          <p:nvPr>
            <p:ph type="sldNum" sz="quarter" idx="5"/>
          </p:nvPr>
        </p:nvSpPr>
        <p:spPr>
          <a:ln/>
        </p:spPr>
        <p:txBody>
          <a:bodyPr vert="horz" lIns="0" tIns="0" rIns="0" bIns="0" anchor="b" anchorCtr="0">
            <a:noAutofit/>
          </a:bodyPr>
          <a:lstStyle/>
          <a:p>
            <a:pPr lvl="0"/>
            <a:fld id="{38C90DF9-91A1-411E-B126-0FEC8930ED1C}" type="slidenum">
              <a:t>18</a:t>
            </a:fld>
            <a:endParaRPr lang="en-US"/>
          </a:p>
        </p:txBody>
      </p:sp>
      <p:sp>
        <p:nvSpPr>
          <p:cNvPr id="2" name="Slide Image Placeholder 1">
            <a:extLst>
              <a:ext uri="{FF2B5EF4-FFF2-40B4-BE49-F238E27FC236}">
                <a16:creationId xmlns:a16="http://schemas.microsoft.com/office/drawing/2014/main" id="{66218489-F71D-4D04-B223-CB946DEE1981}"/>
              </a:ext>
            </a:extLst>
          </p:cNvPr>
          <p:cNvSpPr>
            <a:spLocks noGrp="1" noRot="1" noChangeAspect="1" noResize="1"/>
          </p:cNvSpPr>
          <p:nvPr>
            <p:ph type="sldImg"/>
          </p:nvPr>
        </p:nvSpPr>
        <p:spPr>
          <a:xfrm>
            <a:off x="217488" y="812800"/>
            <a:ext cx="7123112" cy="4008438"/>
          </a:xfrm>
          <a:solidFill>
            <a:srgbClr val="729FCF"/>
          </a:solidFill>
          <a:ln w="25400">
            <a:solidFill>
              <a:srgbClr val="3465A4"/>
            </a:solidFill>
            <a:prstDash val="solid"/>
          </a:ln>
        </p:spPr>
      </p:sp>
      <p:sp>
        <p:nvSpPr>
          <p:cNvPr id="3" name="Notes Placeholder 2">
            <a:extLst>
              <a:ext uri="{FF2B5EF4-FFF2-40B4-BE49-F238E27FC236}">
                <a16:creationId xmlns:a16="http://schemas.microsoft.com/office/drawing/2014/main" id="{8CFCA6B9-7A00-4152-AA93-A494424CB44E}"/>
              </a:ext>
            </a:extLst>
          </p:cNvPr>
          <p:cNvSpPr txBox="1">
            <a:spLocks noGrp="1"/>
          </p:cNvSpPr>
          <p:nvPr>
            <p:ph type="body" sz="quarter" idx="1"/>
          </p:nvPr>
        </p:nvSpPr>
        <p:spPr/>
        <p:txBody>
          <a:bodyPr vert="horz"/>
          <a:lstStyle/>
          <a:p>
            <a:endParaRPr 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9A3A4E08-E2E8-4794-8F0B-240E960E89EF}"/>
              </a:ext>
            </a:extLst>
          </p:cNvPr>
          <p:cNvSpPr txBox="1">
            <a:spLocks noGrp="1"/>
          </p:cNvSpPr>
          <p:nvPr>
            <p:ph type="sldNum" sz="quarter" idx="5"/>
          </p:nvPr>
        </p:nvSpPr>
        <p:spPr>
          <a:ln/>
        </p:spPr>
        <p:txBody>
          <a:bodyPr vert="horz" lIns="0" tIns="0" rIns="0" bIns="0" anchor="b" anchorCtr="0">
            <a:noAutofit/>
          </a:bodyPr>
          <a:lstStyle/>
          <a:p>
            <a:pPr lvl="0"/>
            <a:fld id="{DBA6B2C6-EE89-4938-B84B-25427F1053D4}" type="slidenum">
              <a:t>19</a:t>
            </a:fld>
            <a:endParaRPr lang="en-US"/>
          </a:p>
        </p:txBody>
      </p:sp>
      <p:sp>
        <p:nvSpPr>
          <p:cNvPr id="2" name="Slide Image Placeholder 1">
            <a:extLst>
              <a:ext uri="{FF2B5EF4-FFF2-40B4-BE49-F238E27FC236}">
                <a16:creationId xmlns:a16="http://schemas.microsoft.com/office/drawing/2014/main" id="{F63375BF-4521-442C-BB72-29EAED6983E6}"/>
              </a:ext>
            </a:extLst>
          </p:cNvPr>
          <p:cNvSpPr>
            <a:spLocks noGrp="1" noRot="1" noChangeAspect="1" noResize="1"/>
          </p:cNvSpPr>
          <p:nvPr>
            <p:ph type="sldImg"/>
          </p:nvPr>
        </p:nvSpPr>
        <p:spPr>
          <a:xfrm>
            <a:off x="217488" y="812800"/>
            <a:ext cx="7123112" cy="4008438"/>
          </a:xfrm>
          <a:solidFill>
            <a:srgbClr val="729FCF"/>
          </a:solidFill>
          <a:ln w="25400">
            <a:solidFill>
              <a:srgbClr val="3465A4"/>
            </a:solidFill>
            <a:prstDash val="solid"/>
          </a:ln>
        </p:spPr>
      </p:sp>
      <p:sp>
        <p:nvSpPr>
          <p:cNvPr id="3" name="Notes Placeholder 2">
            <a:extLst>
              <a:ext uri="{FF2B5EF4-FFF2-40B4-BE49-F238E27FC236}">
                <a16:creationId xmlns:a16="http://schemas.microsoft.com/office/drawing/2014/main" id="{F7496E02-F9B9-4ACB-B984-FC065625DA91}"/>
              </a:ext>
            </a:extLst>
          </p:cNvPr>
          <p:cNvSpPr txBox="1">
            <a:spLocks noGrp="1"/>
          </p:cNvSpPr>
          <p:nvPr>
            <p:ph type="body" sz="quarter" idx="1"/>
          </p:nvPr>
        </p:nvSpPr>
        <p:spPr/>
        <p:txBody>
          <a:bodyPr vert="horz"/>
          <a:lstStyle/>
          <a:p>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74208D-3E2E-47C6-B3B4-AEDAFCBE8E44}"/>
              </a:ext>
            </a:extLst>
          </p:cNvPr>
          <p:cNvSpPr>
            <a:spLocks noGrp="1"/>
          </p:cNvSpPr>
          <p:nvPr>
            <p:ph type="ctrTitle"/>
          </p:nvPr>
        </p:nvSpPr>
        <p:spPr>
          <a:xfrm>
            <a:off x="1260475" y="928688"/>
            <a:ext cx="7559675" cy="1973262"/>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C38062C0-ABC1-45DA-A1F1-1FA3DB95CFDD}"/>
              </a:ext>
            </a:extLst>
          </p:cNvPr>
          <p:cNvSpPr>
            <a:spLocks noGrp="1"/>
          </p:cNvSpPr>
          <p:nvPr>
            <p:ph type="subTitle" idx="1"/>
          </p:nvPr>
        </p:nvSpPr>
        <p:spPr>
          <a:xfrm>
            <a:off x="1260475" y="2978150"/>
            <a:ext cx="7559675" cy="1370013"/>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Tree>
    <p:extLst>
      <p:ext uri="{BB962C8B-B14F-4D97-AF65-F5344CB8AC3E}">
        <p14:creationId xmlns:p14="http://schemas.microsoft.com/office/powerpoint/2010/main" val="407838572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FAD3C7-82FB-4C00-BFD0-EF943D025B4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1615667-EA7A-43B3-90CD-DD099903763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09815814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E5E564-5CF0-415A-B952-7F260073B1C6}"/>
              </a:ext>
            </a:extLst>
          </p:cNvPr>
          <p:cNvSpPr>
            <a:spLocks noGrp="1"/>
          </p:cNvSpPr>
          <p:nvPr>
            <p:ph type="title"/>
          </p:nvPr>
        </p:nvSpPr>
        <p:spPr>
          <a:xfrm>
            <a:off x="687388" y="1414463"/>
            <a:ext cx="8694737" cy="23574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DF244DDE-6928-458E-901F-5ADBCF1C570B}"/>
              </a:ext>
            </a:extLst>
          </p:cNvPr>
          <p:cNvSpPr>
            <a:spLocks noGrp="1"/>
          </p:cNvSpPr>
          <p:nvPr>
            <p:ph type="body" idx="1"/>
          </p:nvPr>
        </p:nvSpPr>
        <p:spPr>
          <a:xfrm>
            <a:off x="687388" y="3794125"/>
            <a:ext cx="8694737" cy="1241425"/>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Tree>
    <p:extLst>
      <p:ext uri="{BB962C8B-B14F-4D97-AF65-F5344CB8AC3E}">
        <p14:creationId xmlns:p14="http://schemas.microsoft.com/office/powerpoint/2010/main" val="352130883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B60DDA-3052-4A1B-8117-57F0CCED707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08E8F75-12E2-492A-B772-661546116173}"/>
              </a:ext>
            </a:extLst>
          </p:cNvPr>
          <p:cNvSpPr>
            <a:spLocks noGrp="1"/>
          </p:cNvSpPr>
          <p:nvPr>
            <p:ph sz="half" idx="1"/>
          </p:nvPr>
        </p:nvSpPr>
        <p:spPr>
          <a:xfrm>
            <a:off x="539750" y="3060700"/>
            <a:ext cx="4422775" cy="23399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15E666F1-1E35-4EC4-8744-40A44ED5E8B5}"/>
              </a:ext>
            </a:extLst>
          </p:cNvPr>
          <p:cNvSpPr>
            <a:spLocks noGrp="1"/>
          </p:cNvSpPr>
          <p:nvPr>
            <p:ph sz="half" idx="2"/>
          </p:nvPr>
        </p:nvSpPr>
        <p:spPr>
          <a:xfrm>
            <a:off x="5114925" y="3060700"/>
            <a:ext cx="4424363" cy="23399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70927091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44BC36-F9CE-480A-8E7F-DD378B386444}"/>
              </a:ext>
            </a:extLst>
          </p:cNvPr>
          <p:cNvSpPr>
            <a:spLocks noGrp="1"/>
          </p:cNvSpPr>
          <p:nvPr>
            <p:ph type="title"/>
          </p:nvPr>
        </p:nvSpPr>
        <p:spPr>
          <a:xfrm>
            <a:off x="693738" y="301625"/>
            <a:ext cx="8694737" cy="10969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B34A05B4-C454-42E5-AA8F-F3D5099490B0}"/>
              </a:ext>
            </a:extLst>
          </p:cNvPr>
          <p:cNvSpPr>
            <a:spLocks noGrp="1"/>
          </p:cNvSpPr>
          <p:nvPr>
            <p:ph type="body" idx="1"/>
          </p:nvPr>
        </p:nvSpPr>
        <p:spPr>
          <a:xfrm>
            <a:off x="693738" y="1390650"/>
            <a:ext cx="4265612" cy="681038"/>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459B0599-667D-4AD8-B4DA-808EF74184FA}"/>
              </a:ext>
            </a:extLst>
          </p:cNvPr>
          <p:cNvSpPr>
            <a:spLocks noGrp="1"/>
          </p:cNvSpPr>
          <p:nvPr>
            <p:ph sz="half" idx="2"/>
          </p:nvPr>
        </p:nvSpPr>
        <p:spPr>
          <a:xfrm>
            <a:off x="693738" y="2071688"/>
            <a:ext cx="4265612" cy="304641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B3F79FBF-DCA9-406A-A7FC-CFA97246AEC7}"/>
              </a:ext>
            </a:extLst>
          </p:cNvPr>
          <p:cNvSpPr>
            <a:spLocks noGrp="1"/>
          </p:cNvSpPr>
          <p:nvPr>
            <p:ph type="body" sz="quarter" idx="3"/>
          </p:nvPr>
        </p:nvSpPr>
        <p:spPr>
          <a:xfrm>
            <a:off x="5103813" y="1390650"/>
            <a:ext cx="4284662" cy="681038"/>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993D068-62D6-44A2-9B2D-869BE7E5A401}"/>
              </a:ext>
            </a:extLst>
          </p:cNvPr>
          <p:cNvSpPr>
            <a:spLocks noGrp="1"/>
          </p:cNvSpPr>
          <p:nvPr>
            <p:ph sz="quarter" idx="4"/>
          </p:nvPr>
        </p:nvSpPr>
        <p:spPr>
          <a:xfrm>
            <a:off x="5103813" y="2071688"/>
            <a:ext cx="4284662" cy="304641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35014107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276730-BC46-4CC6-B9EE-5B6AB555D03C}"/>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352618073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348232271"/>
      </p:ext>
    </p:extLst>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D5E1F3-25E2-406F-A17E-3050DD18D4DC}"/>
              </a:ext>
            </a:extLst>
          </p:cNvPr>
          <p:cNvSpPr>
            <a:spLocks noGrp="1"/>
          </p:cNvSpPr>
          <p:nvPr>
            <p:ph type="title"/>
          </p:nvPr>
        </p:nvSpPr>
        <p:spPr>
          <a:xfrm>
            <a:off x="693738" y="377825"/>
            <a:ext cx="3251200" cy="1323975"/>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B88DA108-BDBE-4CE1-B2F8-4FAEA4A43FB5}"/>
              </a:ext>
            </a:extLst>
          </p:cNvPr>
          <p:cNvSpPr>
            <a:spLocks noGrp="1"/>
          </p:cNvSpPr>
          <p:nvPr>
            <p:ph idx="1"/>
          </p:nvPr>
        </p:nvSpPr>
        <p:spPr>
          <a:xfrm>
            <a:off x="4286250" y="815975"/>
            <a:ext cx="5102225" cy="403066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C44648E1-8633-41A8-8433-91EDFBA50874}"/>
              </a:ext>
            </a:extLst>
          </p:cNvPr>
          <p:cNvSpPr>
            <a:spLocks noGrp="1"/>
          </p:cNvSpPr>
          <p:nvPr>
            <p:ph type="body" sz="half" idx="2"/>
          </p:nvPr>
        </p:nvSpPr>
        <p:spPr>
          <a:xfrm>
            <a:off x="693738" y="1701800"/>
            <a:ext cx="3251200" cy="31511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Tree>
    <p:extLst>
      <p:ext uri="{BB962C8B-B14F-4D97-AF65-F5344CB8AC3E}">
        <p14:creationId xmlns:p14="http://schemas.microsoft.com/office/powerpoint/2010/main" val="310673663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84F332-D6F4-49DD-9E4D-8C0CF57A043D}"/>
              </a:ext>
            </a:extLst>
          </p:cNvPr>
          <p:cNvSpPr>
            <a:spLocks noGrp="1"/>
          </p:cNvSpPr>
          <p:nvPr>
            <p:ph type="title"/>
          </p:nvPr>
        </p:nvSpPr>
        <p:spPr>
          <a:xfrm>
            <a:off x="693738" y="377825"/>
            <a:ext cx="3251200" cy="1323975"/>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AFA39FF1-624E-4A26-97A0-4C1EE878DA70}"/>
              </a:ext>
            </a:extLst>
          </p:cNvPr>
          <p:cNvSpPr>
            <a:spLocks noGrp="1"/>
          </p:cNvSpPr>
          <p:nvPr>
            <p:ph type="pic" idx="1"/>
          </p:nvPr>
        </p:nvSpPr>
        <p:spPr>
          <a:xfrm>
            <a:off x="4286250" y="815975"/>
            <a:ext cx="5102225" cy="4030663"/>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14A66939-F512-41EE-8334-894CB16D069B}"/>
              </a:ext>
            </a:extLst>
          </p:cNvPr>
          <p:cNvSpPr>
            <a:spLocks noGrp="1"/>
          </p:cNvSpPr>
          <p:nvPr>
            <p:ph type="body" sz="half" idx="2"/>
          </p:nvPr>
        </p:nvSpPr>
        <p:spPr>
          <a:xfrm>
            <a:off x="693738" y="1701800"/>
            <a:ext cx="3251200" cy="31511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Tree>
    <p:extLst>
      <p:ext uri="{BB962C8B-B14F-4D97-AF65-F5344CB8AC3E}">
        <p14:creationId xmlns:p14="http://schemas.microsoft.com/office/powerpoint/2010/main" val="145831784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8E309F-2AB5-4F21-9691-08AA00EA2EAC}"/>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928D9A08-BDE7-4898-BC61-5A4C80975C99}"/>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72615496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774E61F-90DF-4215-B93F-46CD1E5FF534}"/>
              </a:ext>
            </a:extLst>
          </p:cNvPr>
          <p:cNvSpPr>
            <a:spLocks noGrp="1"/>
          </p:cNvSpPr>
          <p:nvPr>
            <p:ph type="title" orient="vert"/>
          </p:nvPr>
        </p:nvSpPr>
        <p:spPr>
          <a:xfrm>
            <a:off x="7289800" y="1619250"/>
            <a:ext cx="2249488" cy="3781425"/>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B9750833-D6B2-4B59-B55C-6C1E2EBCF60B}"/>
              </a:ext>
            </a:extLst>
          </p:cNvPr>
          <p:cNvSpPr>
            <a:spLocks noGrp="1"/>
          </p:cNvSpPr>
          <p:nvPr>
            <p:ph type="body" orient="vert" idx="1"/>
          </p:nvPr>
        </p:nvSpPr>
        <p:spPr>
          <a:xfrm>
            <a:off x="539750" y="1619250"/>
            <a:ext cx="6597650" cy="37814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07580370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233132-1CF5-45D9-A3C3-38906D82DB3D}"/>
              </a:ext>
            </a:extLst>
          </p:cNvPr>
          <p:cNvSpPr>
            <a:spLocks noGrp="1"/>
          </p:cNvSpPr>
          <p:nvPr>
            <p:ph type="ctrTitle"/>
          </p:nvPr>
        </p:nvSpPr>
        <p:spPr>
          <a:xfrm>
            <a:off x="1260475" y="928688"/>
            <a:ext cx="7559675" cy="1973262"/>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C2F3C805-7AF4-4D90-9A71-25C03F2DC0EC}"/>
              </a:ext>
            </a:extLst>
          </p:cNvPr>
          <p:cNvSpPr>
            <a:spLocks noGrp="1"/>
          </p:cNvSpPr>
          <p:nvPr>
            <p:ph type="subTitle" idx="1"/>
          </p:nvPr>
        </p:nvSpPr>
        <p:spPr>
          <a:xfrm>
            <a:off x="1260475" y="2978150"/>
            <a:ext cx="7559675" cy="1370013"/>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EF1B509C-556E-4140-B6BE-31A4F0CB6E72}"/>
              </a:ext>
            </a:extLst>
          </p:cNvPr>
          <p:cNvSpPr>
            <a:spLocks noGrp="1"/>
          </p:cNvSpPr>
          <p:nvPr>
            <p:ph type="dt" sz="half" idx="10"/>
          </p:nvPr>
        </p:nvSpPr>
        <p:spPr/>
        <p:txBody>
          <a:bodyPr/>
          <a:lstStyle/>
          <a:p>
            <a:pPr lvl="0"/>
            <a:endParaRPr lang="en-US"/>
          </a:p>
        </p:txBody>
      </p:sp>
      <p:sp>
        <p:nvSpPr>
          <p:cNvPr id="5" name="Footer Placeholder 4">
            <a:extLst>
              <a:ext uri="{FF2B5EF4-FFF2-40B4-BE49-F238E27FC236}">
                <a16:creationId xmlns:a16="http://schemas.microsoft.com/office/drawing/2014/main" id="{25F223AD-AAF2-485C-A158-D3108B8EAC5C}"/>
              </a:ext>
            </a:extLst>
          </p:cNvPr>
          <p:cNvSpPr>
            <a:spLocks noGrp="1"/>
          </p:cNvSpPr>
          <p:nvPr>
            <p:ph type="ftr" sz="quarter" idx="11"/>
          </p:nvPr>
        </p:nvSpPr>
        <p:spPr/>
        <p:txBody>
          <a:bodyPr/>
          <a:lstStyle/>
          <a:p>
            <a:pPr lvl="0"/>
            <a:endParaRPr lang="en-US"/>
          </a:p>
        </p:txBody>
      </p:sp>
      <p:sp>
        <p:nvSpPr>
          <p:cNvPr id="6" name="Slide Number Placeholder 5">
            <a:extLst>
              <a:ext uri="{FF2B5EF4-FFF2-40B4-BE49-F238E27FC236}">
                <a16:creationId xmlns:a16="http://schemas.microsoft.com/office/drawing/2014/main" id="{21DA5292-6A00-4C98-9B8C-7177712918FA}"/>
              </a:ext>
            </a:extLst>
          </p:cNvPr>
          <p:cNvSpPr>
            <a:spLocks noGrp="1"/>
          </p:cNvSpPr>
          <p:nvPr>
            <p:ph type="sldNum" sz="quarter" idx="12"/>
          </p:nvPr>
        </p:nvSpPr>
        <p:spPr/>
        <p:txBody>
          <a:bodyPr/>
          <a:lstStyle/>
          <a:p>
            <a:pPr lvl="0"/>
            <a:fld id="{C6C29268-5F28-423D-B05A-287156F26B2D}" type="slidenum">
              <a:t>‹#›</a:t>
            </a:fld>
            <a:endParaRPr lang="en-US"/>
          </a:p>
        </p:txBody>
      </p:sp>
    </p:spTree>
    <p:extLst>
      <p:ext uri="{BB962C8B-B14F-4D97-AF65-F5344CB8AC3E}">
        <p14:creationId xmlns:p14="http://schemas.microsoft.com/office/powerpoint/2010/main" val="90217386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7AB2DB-2CB2-418E-8172-691BEEB94DB2}"/>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5FB6465-86E4-4658-A15C-F72730C37D4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82F9893-ED99-4EFD-B945-B353A940D969}"/>
              </a:ext>
            </a:extLst>
          </p:cNvPr>
          <p:cNvSpPr>
            <a:spLocks noGrp="1"/>
          </p:cNvSpPr>
          <p:nvPr>
            <p:ph type="dt" sz="half" idx="10"/>
          </p:nvPr>
        </p:nvSpPr>
        <p:spPr/>
        <p:txBody>
          <a:bodyPr/>
          <a:lstStyle/>
          <a:p>
            <a:pPr lvl="0"/>
            <a:endParaRPr lang="en-US"/>
          </a:p>
        </p:txBody>
      </p:sp>
      <p:sp>
        <p:nvSpPr>
          <p:cNvPr id="5" name="Footer Placeholder 4">
            <a:extLst>
              <a:ext uri="{FF2B5EF4-FFF2-40B4-BE49-F238E27FC236}">
                <a16:creationId xmlns:a16="http://schemas.microsoft.com/office/drawing/2014/main" id="{BC920D90-3173-4A95-8B86-BCA7DD34F2CC}"/>
              </a:ext>
            </a:extLst>
          </p:cNvPr>
          <p:cNvSpPr>
            <a:spLocks noGrp="1"/>
          </p:cNvSpPr>
          <p:nvPr>
            <p:ph type="ftr" sz="quarter" idx="11"/>
          </p:nvPr>
        </p:nvSpPr>
        <p:spPr/>
        <p:txBody>
          <a:bodyPr/>
          <a:lstStyle/>
          <a:p>
            <a:pPr lvl="0"/>
            <a:endParaRPr lang="en-US"/>
          </a:p>
        </p:txBody>
      </p:sp>
      <p:sp>
        <p:nvSpPr>
          <p:cNvPr id="6" name="Slide Number Placeholder 5">
            <a:extLst>
              <a:ext uri="{FF2B5EF4-FFF2-40B4-BE49-F238E27FC236}">
                <a16:creationId xmlns:a16="http://schemas.microsoft.com/office/drawing/2014/main" id="{14AB9084-3CB0-4A0C-A21B-1EF869F0B2BB}"/>
              </a:ext>
            </a:extLst>
          </p:cNvPr>
          <p:cNvSpPr>
            <a:spLocks noGrp="1"/>
          </p:cNvSpPr>
          <p:nvPr>
            <p:ph type="sldNum" sz="quarter" idx="12"/>
          </p:nvPr>
        </p:nvSpPr>
        <p:spPr/>
        <p:txBody>
          <a:bodyPr/>
          <a:lstStyle/>
          <a:p>
            <a:pPr lvl="0"/>
            <a:fld id="{A6B3C3D8-7F67-4D96-852E-99A308B09839}" type="slidenum">
              <a:t>‹#›</a:t>
            </a:fld>
            <a:endParaRPr lang="en-US"/>
          </a:p>
        </p:txBody>
      </p:sp>
    </p:spTree>
    <p:extLst>
      <p:ext uri="{BB962C8B-B14F-4D97-AF65-F5344CB8AC3E}">
        <p14:creationId xmlns:p14="http://schemas.microsoft.com/office/powerpoint/2010/main" val="424460642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A450C9-3E93-4110-8EF2-C8FFF9799935}"/>
              </a:ext>
            </a:extLst>
          </p:cNvPr>
          <p:cNvSpPr>
            <a:spLocks noGrp="1"/>
          </p:cNvSpPr>
          <p:nvPr>
            <p:ph type="title"/>
          </p:nvPr>
        </p:nvSpPr>
        <p:spPr>
          <a:xfrm>
            <a:off x="687388" y="1414463"/>
            <a:ext cx="8694737" cy="23574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87AF2484-CFBD-4769-B870-F4F82FFF1B64}"/>
              </a:ext>
            </a:extLst>
          </p:cNvPr>
          <p:cNvSpPr>
            <a:spLocks noGrp="1"/>
          </p:cNvSpPr>
          <p:nvPr>
            <p:ph type="body" idx="1"/>
          </p:nvPr>
        </p:nvSpPr>
        <p:spPr>
          <a:xfrm>
            <a:off x="687388" y="3794125"/>
            <a:ext cx="8694737" cy="1241425"/>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7A1D04D9-C8D1-41CC-8FC2-9E0DB5EB7331}"/>
              </a:ext>
            </a:extLst>
          </p:cNvPr>
          <p:cNvSpPr>
            <a:spLocks noGrp="1"/>
          </p:cNvSpPr>
          <p:nvPr>
            <p:ph type="dt" sz="half" idx="10"/>
          </p:nvPr>
        </p:nvSpPr>
        <p:spPr/>
        <p:txBody>
          <a:bodyPr/>
          <a:lstStyle/>
          <a:p>
            <a:pPr lvl="0"/>
            <a:endParaRPr lang="en-US"/>
          </a:p>
        </p:txBody>
      </p:sp>
      <p:sp>
        <p:nvSpPr>
          <p:cNvPr id="5" name="Footer Placeholder 4">
            <a:extLst>
              <a:ext uri="{FF2B5EF4-FFF2-40B4-BE49-F238E27FC236}">
                <a16:creationId xmlns:a16="http://schemas.microsoft.com/office/drawing/2014/main" id="{D4345340-80C1-4320-A1B1-6C5247CFAEE9}"/>
              </a:ext>
            </a:extLst>
          </p:cNvPr>
          <p:cNvSpPr>
            <a:spLocks noGrp="1"/>
          </p:cNvSpPr>
          <p:nvPr>
            <p:ph type="ftr" sz="quarter" idx="11"/>
          </p:nvPr>
        </p:nvSpPr>
        <p:spPr/>
        <p:txBody>
          <a:bodyPr/>
          <a:lstStyle/>
          <a:p>
            <a:pPr lvl="0"/>
            <a:endParaRPr lang="en-US"/>
          </a:p>
        </p:txBody>
      </p:sp>
      <p:sp>
        <p:nvSpPr>
          <p:cNvPr id="6" name="Slide Number Placeholder 5">
            <a:extLst>
              <a:ext uri="{FF2B5EF4-FFF2-40B4-BE49-F238E27FC236}">
                <a16:creationId xmlns:a16="http://schemas.microsoft.com/office/drawing/2014/main" id="{97B81933-1053-4BE7-AA96-F971F9CE8B39}"/>
              </a:ext>
            </a:extLst>
          </p:cNvPr>
          <p:cNvSpPr>
            <a:spLocks noGrp="1"/>
          </p:cNvSpPr>
          <p:nvPr>
            <p:ph type="sldNum" sz="quarter" idx="12"/>
          </p:nvPr>
        </p:nvSpPr>
        <p:spPr/>
        <p:txBody>
          <a:bodyPr/>
          <a:lstStyle/>
          <a:p>
            <a:pPr lvl="0"/>
            <a:fld id="{5F7CBFF8-6873-4E7A-98EC-E81A9295AD01}" type="slidenum">
              <a:t>‹#›</a:t>
            </a:fld>
            <a:endParaRPr lang="en-US"/>
          </a:p>
        </p:txBody>
      </p:sp>
    </p:spTree>
    <p:extLst>
      <p:ext uri="{BB962C8B-B14F-4D97-AF65-F5344CB8AC3E}">
        <p14:creationId xmlns:p14="http://schemas.microsoft.com/office/powerpoint/2010/main" val="406440258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C95D10-726A-4350-A2D4-1C8B4B063EF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947C8F7-B47F-4DF7-90D6-DDC08C820C13}"/>
              </a:ext>
            </a:extLst>
          </p:cNvPr>
          <p:cNvSpPr>
            <a:spLocks noGrp="1"/>
          </p:cNvSpPr>
          <p:nvPr>
            <p:ph sz="half" idx="1"/>
          </p:nvPr>
        </p:nvSpPr>
        <p:spPr>
          <a:xfrm>
            <a:off x="539750" y="1260475"/>
            <a:ext cx="4422775" cy="39592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8FD71262-6AAB-4784-A44A-11E5002B96A0}"/>
              </a:ext>
            </a:extLst>
          </p:cNvPr>
          <p:cNvSpPr>
            <a:spLocks noGrp="1"/>
          </p:cNvSpPr>
          <p:nvPr>
            <p:ph sz="half" idx="2"/>
          </p:nvPr>
        </p:nvSpPr>
        <p:spPr>
          <a:xfrm>
            <a:off x="5114925" y="1260475"/>
            <a:ext cx="4424363" cy="39592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F6AF5FF4-4300-445D-9BCB-F8D6C9BD0C6B}"/>
              </a:ext>
            </a:extLst>
          </p:cNvPr>
          <p:cNvSpPr>
            <a:spLocks noGrp="1"/>
          </p:cNvSpPr>
          <p:nvPr>
            <p:ph type="dt" sz="half" idx="10"/>
          </p:nvPr>
        </p:nvSpPr>
        <p:spPr/>
        <p:txBody>
          <a:bodyPr/>
          <a:lstStyle/>
          <a:p>
            <a:pPr lvl="0"/>
            <a:endParaRPr lang="en-US"/>
          </a:p>
        </p:txBody>
      </p:sp>
      <p:sp>
        <p:nvSpPr>
          <p:cNvPr id="6" name="Footer Placeholder 5">
            <a:extLst>
              <a:ext uri="{FF2B5EF4-FFF2-40B4-BE49-F238E27FC236}">
                <a16:creationId xmlns:a16="http://schemas.microsoft.com/office/drawing/2014/main" id="{A1C49752-70DB-48B4-9049-CD2AE5B4A35E}"/>
              </a:ext>
            </a:extLst>
          </p:cNvPr>
          <p:cNvSpPr>
            <a:spLocks noGrp="1"/>
          </p:cNvSpPr>
          <p:nvPr>
            <p:ph type="ftr" sz="quarter" idx="11"/>
          </p:nvPr>
        </p:nvSpPr>
        <p:spPr/>
        <p:txBody>
          <a:bodyPr/>
          <a:lstStyle/>
          <a:p>
            <a:pPr lvl="0"/>
            <a:endParaRPr lang="en-US"/>
          </a:p>
        </p:txBody>
      </p:sp>
      <p:sp>
        <p:nvSpPr>
          <p:cNvPr id="7" name="Slide Number Placeholder 6">
            <a:extLst>
              <a:ext uri="{FF2B5EF4-FFF2-40B4-BE49-F238E27FC236}">
                <a16:creationId xmlns:a16="http://schemas.microsoft.com/office/drawing/2014/main" id="{4B449847-EE06-4E8B-9360-9C2A9E08D737}"/>
              </a:ext>
            </a:extLst>
          </p:cNvPr>
          <p:cNvSpPr>
            <a:spLocks noGrp="1"/>
          </p:cNvSpPr>
          <p:nvPr>
            <p:ph type="sldNum" sz="quarter" idx="12"/>
          </p:nvPr>
        </p:nvSpPr>
        <p:spPr/>
        <p:txBody>
          <a:bodyPr/>
          <a:lstStyle/>
          <a:p>
            <a:pPr lvl="0"/>
            <a:fld id="{8E14E6C3-EC72-469D-94EA-F526377EE88B}" type="slidenum">
              <a:t>‹#›</a:t>
            </a:fld>
            <a:endParaRPr lang="en-US"/>
          </a:p>
        </p:txBody>
      </p:sp>
    </p:spTree>
    <p:extLst>
      <p:ext uri="{BB962C8B-B14F-4D97-AF65-F5344CB8AC3E}">
        <p14:creationId xmlns:p14="http://schemas.microsoft.com/office/powerpoint/2010/main" val="49369210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B649F9-EE92-4616-9DCB-EE4F164F253C}"/>
              </a:ext>
            </a:extLst>
          </p:cNvPr>
          <p:cNvSpPr>
            <a:spLocks noGrp="1"/>
          </p:cNvSpPr>
          <p:nvPr>
            <p:ph type="title"/>
          </p:nvPr>
        </p:nvSpPr>
        <p:spPr>
          <a:xfrm>
            <a:off x="693738" y="301625"/>
            <a:ext cx="8694737" cy="10969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14BAC004-83EB-41DB-BBAD-D61BD6A2A8EF}"/>
              </a:ext>
            </a:extLst>
          </p:cNvPr>
          <p:cNvSpPr>
            <a:spLocks noGrp="1"/>
          </p:cNvSpPr>
          <p:nvPr>
            <p:ph type="body" idx="1"/>
          </p:nvPr>
        </p:nvSpPr>
        <p:spPr>
          <a:xfrm>
            <a:off x="693738" y="1390650"/>
            <a:ext cx="4265612" cy="681038"/>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373353EF-4DD4-476A-ABF4-3DE4DAAE7894}"/>
              </a:ext>
            </a:extLst>
          </p:cNvPr>
          <p:cNvSpPr>
            <a:spLocks noGrp="1"/>
          </p:cNvSpPr>
          <p:nvPr>
            <p:ph sz="half" idx="2"/>
          </p:nvPr>
        </p:nvSpPr>
        <p:spPr>
          <a:xfrm>
            <a:off x="693738" y="2071688"/>
            <a:ext cx="4265612" cy="304641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DB7D76F6-2B03-4B16-92FF-395E6421828E}"/>
              </a:ext>
            </a:extLst>
          </p:cNvPr>
          <p:cNvSpPr>
            <a:spLocks noGrp="1"/>
          </p:cNvSpPr>
          <p:nvPr>
            <p:ph type="body" sz="quarter" idx="3"/>
          </p:nvPr>
        </p:nvSpPr>
        <p:spPr>
          <a:xfrm>
            <a:off x="5103813" y="1390650"/>
            <a:ext cx="4284662" cy="681038"/>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590B272-DD58-4109-AFDE-9BD6C9E1AF82}"/>
              </a:ext>
            </a:extLst>
          </p:cNvPr>
          <p:cNvSpPr>
            <a:spLocks noGrp="1"/>
          </p:cNvSpPr>
          <p:nvPr>
            <p:ph sz="quarter" idx="4"/>
          </p:nvPr>
        </p:nvSpPr>
        <p:spPr>
          <a:xfrm>
            <a:off x="5103813" y="2071688"/>
            <a:ext cx="4284662" cy="304641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333E557-BE9C-463C-97C4-EC524BE54546}"/>
              </a:ext>
            </a:extLst>
          </p:cNvPr>
          <p:cNvSpPr>
            <a:spLocks noGrp="1"/>
          </p:cNvSpPr>
          <p:nvPr>
            <p:ph type="dt" sz="half" idx="10"/>
          </p:nvPr>
        </p:nvSpPr>
        <p:spPr/>
        <p:txBody>
          <a:bodyPr/>
          <a:lstStyle/>
          <a:p>
            <a:pPr lvl="0"/>
            <a:endParaRPr lang="en-US"/>
          </a:p>
        </p:txBody>
      </p:sp>
      <p:sp>
        <p:nvSpPr>
          <p:cNvPr id="8" name="Footer Placeholder 7">
            <a:extLst>
              <a:ext uri="{FF2B5EF4-FFF2-40B4-BE49-F238E27FC236}">
                <a16:creationId xmlns:a16="http://schemas.microsoft.com/office/drawing/2014/main" id="{A0AD5E37-FC97-4933-B671-81CCAE3E2C33}"/>
              </a:ext>
            </a:extLst>
          </p:cNvPr>
          <p:cNvSpPr>
            <a:spLocks noGrp="1"/>
          </p:cNvSpPr>
          <p:nvPr>
            <p:ph type="ftr" sz="quarter" idx="11"/>
          </p:nvPr>
        </p:nvSpPr>
        <p:spPr/>
        <p:txBody>
          <a:bodyPr/>
          <a:lstStyle/>
          <a:p>
            <a:pPr lvl="0"/>
            <a:endParaRPr lang="en-US"/>
          </a:p>
        </p:txBody>
      </p:sp>
      <p:sp>
        <p:nvSpPr>
          <p:cNvPr id="9" name="Slide Number Placeholder 8">
            <a:extLst>
              <a:ext uri="{FF2B5EF4-FFF2-40B4-BE49-F238E27FC236}">
                <a16:creationId xmlns:a16="http://schemas.microsoft.com/office/drawing/2014/main" id="{D8ADBDFD-F8EF-4931-A943-7FD0D01042B8}"/>
              </a:ext>
            </a:extLst>
          </p:cNvPr>
          <p:cNvSpPr>
            <a:spLocks noGrp="1"/>
          </p:cNvSpPr>
          <p:nvPr>
            <p:ph type="sldNum" sz="quarter" idx="12"/>
          </p:nvPr>
        </p:nvSpPr>
        <p:spPr/>
        <p:txBody>
          <a:bodyPr/>
          <a:lstStyle/>
          <a:p>
            <a:pPr lvl="0"/>
            <a:fld id="{174586DC-3951-428C-AF01-C6022233364D}" type="slidenum">
              <a:t>‹#›</a:t>
            </a:fld>
            <a:endParaRPr lang="en-US"/>
          </a:p>
        </p:txBody>
      </p:sp>
    </p:spTree>
    <p:extLst>
      <p:ext uri="{BB962C8B-B14F-4D97-AF65-F5344CB8AC3E}">
        <p14:creationId xmlns:p14="http://schemas.microsoft.com/office/powerpoint/2010/main" val="123514694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E22A63-46DB-42B3-B98D-D777ADD2244E}"/>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E69018C5-D66E-4AA4-B1C7-00FA69684736}"/>
              </a:ext>
            </a:extLst>
          </p:cNvPr>
          <p:cNvSpPr>
            <a:spLocks noGrp="1"/>
          </p:cNvSpPr>
          <p:nvPr>
            <p:ph type="dt" sz="half" idx="10"/>
          </p:nvPr>
        </p:nvSpPr>
        <p:spPr/>
        <p:txBody>
          <a:bodyPr/>
          <a:lstStyle/>
          <a:p>
            <a:pPr lvl="0"/>
            <a:endParaRPr lang="en-US"/>
          </a:p>
        </p:txBody>
      </p:sp>
      <p:sp>
        <p:nvSpPr>
          <p:cNvPr id="4" name="Footer Placeholder 3">
            <a:extLst>
              <a:ext uri="{FF2B5EF4-FFF2-40B4-BE49-F238E27FC236}">
                <a16:creationId xmlns:a16="http://schemas.microsoft.com/office/drawing/2014/main" id="{169BEA6E-8981-4E4F-9272-FEE70DEA5B40}"/>
              </a:ext>
            </a:extLst>
          </p:cNvPr>
          <p:cNvSpPr>
            <a:spLocks noGrp="1"/>
          </p:cNvSpPr>
          <p:nvPr>
            <p:ph type="ftr" sz="quarter" idx="11"/>
          </p:nvPr>
        </p:nvSpPr>
        <p:spPr/>
        <p:txBody>
          <a:bodyPr/>
          <a:lstStyle/>
          <a:p>
            <a:pPr lvl="0"/>
            <a:endParaRPr lang="en-US"/>
          </a:p>
        </p:txBody>
      </p:sp>
      <p:sp>
        <p:nvSpPr>
          <p:cNvPr id="5" name="Slide Number Placeholder 4">
            <a:extLst>
              <a:ext uri="{FF2B5EF4-FFF2-40B4-BE49-F238E27FC236}">
                <a16:creationId xmlns:a16="http://schemas.microsoft.com/office/drawing/2014/main" id="{0A4B8FD3-A88A-446A-B92F-2ED497B2C74E}"/>
              </a:ext>
            </a:extLst>
          </p:cNvPr>
          <p:cNvSpPr>
            <a:spLocks noGrp="1"/>
          </p:cNvSpPr>
          <p:nvPr>
            <p:ph type="sldNum" sz="quarter" idx="12"/>
          </p:nvPr>
        </p:nvSpPr>
        <p:spPr/>
        <p:txBody>
          <a:bodyPr/>
          <a:lstStyle/>
          <a:p>
            <a:pPr lvl="0"/>
            <a:fld id="{D5BF30C7-4F9D-4333-A1E1-9C945F052C53}" type="slidenum">
              <a:t>‹#›</a:t>
            </a:fld>
            <a:endParaRPr lang="en-US"/>
          </a:p>
        </p:txBody>
      </p:sp>
    </p:spTree>
    <p:extLst>
      <p:ext uri="{BB962C8B-B14F-4D97-AF65-F5344CB8AC3E}">
        <p14:creationId xmlns:p14="http://schemas.microsoft.com/office/powerpoint/2010/main" val="219596096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9315A99-6E4F-4658-BD4B-1A0142727D8A}"/>
              </a:ext>
            </a:extLst>
          </p:cNvPr>
          <p:cNvSpPr>
            <a:spLocks noGrp="1"/>
          </p:cNvSpPr>
          <p:nvPr>
            <p:ph type="dt" sz="half" idx="10"/>
          </p:nvPr>
        </p:nvSpPr>
        <p:spPr/>
        <p:txBody>
          <a:bodyPr/>
          <a:lstStyle/>
          <a:p>
            <a:pPr lvl="0"/>
            <a:endParaRPr lang="en-US"/>
          </a:p>
        </p:txBody>
      </p:sp>
      <p:sp>
        <p:nvSpPr>
          <p:cNvPr id="3" name="Footer Placeholder 2">
            <a:extLst>
              <a:ext uri="{FF2B5EF4-FFF2-40B4-BE49-F238E27FC236}">
                <a16:creationId xmlns:a16="http://schemas.microsoft.com/office/drawing/2014/main" id="{774498F0-F8E3-49FB-9DA8-86B79F67FA73}"/>
              </a:ext>
            </a:extLst>
          </p:cNvPr>
          <p:cNvSpPr>
            <a:spLocks noGrp="1"/>
          </p:cNvSpPr>
          <p:nvPr>
            <p:ph type="ftr" sz="quarter" idx="11"/>
          </p:nvPr>
        </p:nvSpPr>
        <p:spPr/>
        <p:txBody>
          <a:bodyPr/>
          <a:lstStyle/>
          <a:p>
            <a:pPr lvl="0"/>
            <a:endParaRPr lang="en-US"/>
          </a:p>
        </p:txBody>
      </p:sp>
      <p:sp>
        <p:nvSpPr>
          <p:cNvPr id="4" name="Slide Number Placeholder 3">
            <a:extLst>
              <a:ext uri="{FF2B5EF4-FFF2-40B4-BE49-F238E27FC236}">
                <a16:creationId xmlns:a16="http://schemas.microsoft.com/office/drawing/2014/main" id="{17394430-8D41-42F7-BD6C-CA4F27D64CC7}"/>
              </a:ext>
            </a:extLst>
          </p:cNvPr>
          <p:cNvSpPr>
            <a:spLocks noGrp="1"/>
          </p:cNvSpPr>
          <p:nvPr>
            <p:ph type="sldNum" sz="quarter" idx="12"/>
          </p:nvPr>
        </p:nvSpPr>
        <p:spPr/>
        <p:txBody>
          <a:bodyPr/>
          <a:lstStyle/>
          <a:p>
            <a:pPr lvl="0"/>
            <a:fld id="{3F9649D2-561E-408F-B398-AEF1D0986C76}" type="slidenum">
              <a:t>‹#›</a:t>
            </a:fld>
            <a:endParaRPr lang="en-US"/>
          </a:p>
        </p:txBody>
      </p:sp>
    </p:spTree>
    <p:extLst>
      <p:ext uri="{BB962C8B-B14F-4D97-AF65-F5344CB8AC3E}">
        <p14:creationId xmlns:p14="http://schemas.microsoft.com/office/powerpoint/2010/main" val="2751058994"/>
      </p:ext>
    </p:extLst>
  </p:cSld>
  <p:clrMapOvr>
    <a:masterClrMapping/>
  </p:clrMapOvr>
  <p:hf sldNum="0" hdr="0" ftr="0" dt="0"/>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162445-3261-4251-BF2F-101570841098}"/>
              </a:ext>
            </a:extLst>
          </p:cNvPr>
          <p:cNvSpPr>
            <a:spLocks noGrp="1"/>
          </p:cNvSpPr>
          <p:nvPr>
            <p:ph type="title"/>
          </p:nvPr>
        </p:nvSpPr>
        <p:spPr>
          <a:xfrm>
            <a:off x="693738" y="377825"/>
            <a:ext cx="3251200" cy="1323975"/>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208E9098-30C3-4411-AD4C-F8450941BD2E}"/>
              </a:ext>
            </a:extLst>
          </p:cNvPr>
          <p:cNvSpPr>
            <a:spLocks noGrp="1"/>
          </p:cNvSpPr>
          <p:nvPr>
            <p:ph idx="1"/>
          </p:nvPr>
        </p:nvSpPr>
        <p:spPr>
          <a:xfrm>
            <a:off x="4286250" y="815975"/>
            <a:ext cx="5102225" cy="403066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ADABBEBB-2859-4D4E-A868-A78E7C71D0AB}"/>
              </a:ext>
            </a:extLst>
          </p:cNvPr>
          <p:cNvSpPr>
            <a:spLocks noGrp="1"/>
          </p:cNvSpPr>
          <p:nvPr>
            <p:ph type="body" sz="half" idx="2"/>
          </p:nvPr>
        </p:nvSpPr>
        <p:spPr>
          <a:xfrm>
            <a:off x="693738" y="1701800"/>
            <a:ext cx="3251200" cy="31511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41FC4BD-47F2-4202-B827-359F559C0F5B}"/>
              </a:ext>
            </a:extLst>
          </p:cNvPr>
          <p:cNvSpPr>
            <a:spLocks noGrp="1"/>
          </p:cNvSpPr>
          <p:nvPr>
            <p:ph type="dt" sz="half" idx="10"/>
          </p:nvPr>
        </p:nvSpPr>
        <p:spPr/>
        <p:txBody>
          <a:bodyPr/>
          <a:lstStyle/>
          <a:p>
            <a:pPr lvl="0"/>
            <a:endParaRPr lang="en-US"/>
          </a:p>
        </p:txBody>
      </p:sp>
      <p:sp>
        <p:nvSpPr>
          <p:cNvPr id="6" name="Footer Placeholder 5">
            <a:extLst>
              <a:ext uri="{FF2B5EF4-FFF2-40B4-BE49-F238E27FC236}">
                <a16:creationId xmlns:a16="http://schemas.microsoft.com/office/drawing/2014/main" id="{510DFABF-7548-4E26-BE6B-EB647E5CCA09}"/>
              </a:ext>
            </a:extLst>
          </p:cNvPr>
          <p:cNvSpPr>
            <a:spLocks noGrp="1"/>
          </p:cNvSpPr>
          <p:nvPr>
            <p:ph type="ftr" sz="quarter" idx="11"/>
          </p:nvPr>
        </p:nvSpPr>
        <p:spPr/>
        <p:txBody>
          <a:bodyPr/>
          <a:lstStyle/>
          <a:p>
            <a:pPr lvl="0"/>
            <a:endParaRPr lang="en-US"/>
          </a:p>
        </p:txBody>
      </p:sp>
      <p:sp>
        <p:nvSpPr>
          <p:cNvPr id="7" name="Slide Number Placeholder 6">
            <a:extLst>
              <a:ext uri="{FF2B5EF4-FFF2-40B4-BE49-F238E27FC236}">
                <a16:creationId xmlns:a16="http://schemas.microsoft.com/office/drawing/2014/main" id="{A992F378-5657-4140-BFC4-6DB8ED5BFC08}"/>
              </a:ext>
            </a:extLst>
          </p:cNvPr>
          <p:cNvSpPr>
            <a:spLocks noGrp="1"/>
          </p:cNvSpPr>
          <p:nvPr>
            <p:ph type="sldNum" sz="quarter" idx="12"/>
          </p:nvPr>
        </p:nvSpPr>
        <p:spPr/>
        <p:txBody>
          <a:bodyPr/>
          <a:lstStyle/>
          <a:p>
            <a:pPr lvl="0"/>
            <a:fld id="{19668C57-EF63-484F-BC30-CD80A475B40A}" type="slidenum">
              <a:t>‹#›</a:t>
            </a:fld>
            <a:endParaRPr lang="en-US"/>
          </a:p>
        </p:txBody>
      </p:sp>
    </p:spTree>
    <p:extLst>
      <p:ext uri="{BB962C8B-B14F-4D97-AF65-F5344CB8AC3E}">
        <p14:creationId xmlns:p14="http://schemas.microsoft.com/office/powerpoint/2010/main" val="427431050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6A3B96-01AA-4D45-B7A2-53553CE84D14}"/>
              </a:ext>
            </a:extLst>
          </p:cNvPr>
          <p:cNvSpPr>
            <a:spLocks noGrp="1"/>
          </p:cNvSpPr>
          <p:nvPr>
            <p:ph type="title"/>
          </p:nvPr>
        </p:nvSpPr>
        <p:spPr>
          <a:xfrm>
            <a:off x="693738" y="377825"/>
            <a:ext cx="3251200" cy="1323975"/>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35536126-F477-4DF1-9E12-994CCF9310E6}"/>
              </a:ext>
            </a:extLst>
          </p:cNvPr>
          <p:cNvSpPr>
            <a:spLocks noGrp="1"/>
          </p:cNvSpPr>
          <p:nvPr>
            <p:ph type="pic" idx="1"/>
          </p:nvPr>
        </p:nvSpPr>
        <p:spPr>
          <a:xfrm>
            <a:off x="4286250" y="815975"/>
            <a:ext cx="5102225" cy="4030663"/>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B67B0467-211E-4556-8F01-58977556347C}"/>
              </a:ext>
            </a:extLst>
          </p:cNvPr>
          <p:cNvSpPr>
            <a:spLocks noGrp="1"/>
          </p:cNvSpPr>
          <p:nvPr>
            <p:ph type="body" sz="half" idx="2"/>
          </p:nvPr>
        </p:nvSpPr>
        <p:spPr>
          <a:xfrm>
            <a:off x="693738" y="1701800"/>
            <a:ext cx="3251200" cy="31511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47C956D-ABA9-48A4-BCBB-5796C377CF0A}"/>
              </a:ext>
            </a:extLst>
          </p:cNvPr>
          <p:cNvSpPr>
            <a:spLocks noGrp="1"/>
          </p:cNvSpPr>
          <p:nvPr>
            <p:ph type="dt" sz="half" idx="10"/>
          </p:nvPr>
        </p:nvSpPr>
        <p:spPr/>
        <p:txBody>
          <a:bodyPr/>
          <a:lstStyle/>
          <a:p>
            <a:pPr lvl="0"/>
            <a:endParaRPr lang="en-US"/>
          </a:p>
        </p:txBody>
      </p:sp>
      <p:sp>
        <p:nvSpPr>
          <p:cNvPr id="6" name="Footer Placeholder 5">
            <a:extLst>
              <a:ext uri="{FF2B5EF4-FFF2-40B4-BE49-F238E27FC236}">
                <a16:creationId xmlns:a16="http://schemas.microsoft.com/office/drawing/2014/main" id="{C6183AC5-E1C9-41BB-972E-C91B49EC3F78}"/>
              </a:ext>
            </a:extLst>
          </p:cNvPr>
          <p:cNvSpPr>
            <a:spLocks noGrp="1"/>
          </p:cNvSpPr>
          <p:nvPr>
            <p:ph type="ftr" sz="quarter" idx="11"/>
          </p:nvPr>
        </p:nvSpPr>
        <p:spPr/>
        <p:txBody>
          <a:bodyPr/>
          <a:lstStyle/>
          <a:p>
            <a:pPr lvl="0"/>
            <a:endParaRPr lang="en-US"/>
          </a:p>
        </p:txBody>
      </p:sp>
      <p:sp>
        <p:nvSpPr>
          <p:cNvPr id="7" name="Slide Number Placeholder 6">
            <a:extLst>
              <a:ext uri="{FF2B5EF4-FFF2-40B4-BE49-F238E27FC236}">
                <a16:creationId xmlns:a16="http://schemas.microsoft.com/office/drawing/2014/main" id="{7A6044CB-73CF-45DA-AE7E-18A09D707A4C}"/>
              </a:ext>
            </a:extLst>
          </p:cNvPr>
          <p:cNvSpPr>
            <a:spLocks noGrp="1"/>
          </p:cNvSpPr>
          <p:nvPr>
            <p:ph type="sldNum" sz="quarter" idx="12"/>
          </p:nvPr>
        </p:nvSpPr>
        <p:spPr/>
        <p:txBody>
          <a:bodyPr/>
          <a:lstStyle/>
          <a:p>
            <a:pPr lvl="0"/>
            <a:fld id="{ACFA6E62-7BDF-40BC-B91F-EE0A81BAE254}" type="slidenum">
              <a:t>‹#›</a:t>
            </a:fld>
            <a:endParaRPr lang="en-US"/>
          </a:p>
        </p:txBody>
      </p:sp>
    </p:spTree>
    <p:extLst>
      <p:ext uri="{BB962C8B-B14F-4D97-AF65-F5344CB8AC3E}">
        <p14:creationId xmlns:p14="http://schemas.microsoft.com/office/powerpoint/2010/main" val="1297901989"/>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889C30-D3DF-4072-A90E-D19954D93576}"/>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1AF194F1-3DE5-4F90-9ADE-531FFE89C3FD}"/>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3C26D16-EF39-4CA1-9AFC-6FD4F6D336D7}"/>
              </a:ext>
            </a:extLst>
          </p:cNvPr>
          <p:cNvSpPr>
            <a:spLocks noGrp="1"/>
          </p:cNvSpPr>
          <p:nvPr>
            <p:ph type="dt" sz="half" idx="10"/>
          </p:nvPr>
        </p:nvSpPr>
        <p:spPr/>
        <p:txBody>
          <a:bodyPr/>
          <a:lstStyle/>
          <a:p>
            <a:pPr lvl="0"/>
            <a:endParaRPr lang="en-US"/>
          </a:p>
        </p:txBody>
      </p:sp>
      <p:sp>
        <p:nvSpPr>
          <p:cNvPr id="5" name="Footer Placeholder 4">
            <a:extLst>
              <a:ext uri="{FF2B5EF4-FFF2-40B4-BE49-F238E27FC236}">
                <a16:creationId xmlns:a16="http://schemas.microsoft.com/office/drawing/2014/main" id="{1E9538D3-7B45-48D3-8051-FE6B8A62017C}"/>
              </a:ext>
            </a:extLst>
          </p:cNvPr>
          <p:cNvSpPr>
            <a:spLocks noGrp="1"/>
          </p:cNvSpPr>
          <p:nvPr>
            <p:ph type="ftr" sz="quarter" idx="11"/>
          </p:nvPr>
        </p:nvSpPr>
        <p:spPr/>
        <p:txBody>
          <a:bodyPr/>
          <a:lstStyle/>
          <a:p>
            <a:pPr lvl="0"/>
            <a:endParaRPr lang="en-US"/>
          </a:p>
        </p:txBody>
      </p:sp>
      <p:sp>
        <p:nvSpPr>
          <p:cNvPr id="6" name="Slide Number Placeholder 5">
            <a:extLst>
              <a:ext uri="{FF2B5EF4-FFF2-40B4-BE49-F238E27FC236}">
                <a16:creationId xmlns:a16="http://schemas.microsoft.com/office/drawing/2014/main" id="{B46EB278-CE46-4C07-A923-FF22FC0882A5}"/>
              </a:ext>
            </a:extLst>
          </p:cNvPr>
          <p:cNvSpPr>
            <a:spLocks noGrp="1"/>
          </p:cNvSpPr>
          <p:nvPr>
            <p:ph type="sldNum" sz="quarter" idx="12"/>
          </p:nvPr>
        </p:nvSpPr>
        <p:spPr/>
        <p:txBody>
          <a:bodyPr/>
          <a:lstStyle/>
          <a:p>
            <a:pPr lvl="0"/>
            <a:fld id="{144F791F-BB8C-4EBC-B455-8990CC071E60}" type="slidenum">
              <a:t>‹#›</a:t>
            </a:fld>
            <a:endParaRPr lang="en-US"/>
          </a:p>
        </p:txBody>
      </p:sp>
    </p:spTree>
    <p:extLst>
      <p:ext uri="{BB962C8B-B14F-4D97-AF65-F5344CB8AC3E}">
        <p14:creationId xmlns:p14="http://schemas.microsoft.com/office/powerpoint/2010/main" val="3636704008"/>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DD75D89-0AB3-4F95-A85C-EBDADD23DBD0}"/>
              </a:ext>
            </a:extLst>
          </p:cNvPr>
          <p:cNvSpPr>
            <a:spLocks noGrp="1"/>
          </p:cNvSpPr>
          <p:nvPr>
            <p:ph type="title" orient="vert"/>
          </p:nvPr>
        </p:nvSpPr>
        <p:spPr>
          <a:xfrm>
            <a:off x="7289800" y="179388"/>
            <a:ext cx="2249488" cy="5040312"/>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3BF3407B-A04B-4DD4-8C27-68BF50E93F9B}"/>
              </a:ext>
            </a:extLst>
          </p:cNvPr>
          <p:cNvSpPr>
            <a:spLocks noGrp="1"/>
          </p:cNvSpPr>
          <p:nvPr>
            <p:ph type="body" orient="vert" idx="1"/>
          </p:nvPr>
        </p:nvSpPr>
        <p:spPr>
          <a:xfrm>
            <a:off x="539750" y="179388"/>
            <a:ext cx="6597650" cy="5040312"/>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47AE4ED-35C7-4730-AF1A-484779EEAA00}"/>
              </a:ext>
            </a:extLst>
          </p:cNvPr>
          <p:cNvSpPr>
            <a:spLocks noGrp="1"/>
          </p:cNvSpPr>
          <p:nvPr>
            <p:ph type="dt" sz="half" idx="10"/>
          </p:nvPr>
        </p:nvSpPr>
        <p:spPr/>
        <p:txBody>
          <a:bodyPr/>
          <a:lstStyle/>
          <a:p>
            <a:pPr lvl="0"/>
            <a:endParaRPr lang="en-US"/>
          </a:p>
        </p:txBody>
      </p:sp>
      <p:sp>
        <p:nvSpPr>
          <p:cNvPr id="5" name="Footer Placeholder 4">
            <a:extLst>
              <a:ext uri="{FF2B5EF4-FFF2-40B4-BE49-F238E27FC236}">
                <a16:creationId xmlns:a16="http://schemas.microsoft.com/office/drawing/2014/main" id="{1155D160-8D58-490E-A6C1-3B0263A09313}"/>
              </a:ext>
            </a:extLst>
          </p:cNvPr>
          <p:cNvSpPr>
            <a:spLocks noGrp="1"/>
          </p:cNvSpPr>
          <p:nvPr>
            <p:ph type="ftr" sz="quarter" idx="11"/>
          </p:nvPr>
        </p:nvSpPr>
        <p:spPr/>
        <p:txBody>
          <a:bodyPr/>
          <a:lstStyle/>
          <a:p>
            <a:pPr lvl="0"/>
            <a:endParaRPr lang="en-US"/>
          </a:p>
        </p:txBody>
      </p:sp>
      <p:sp>
        <p:nvSpPr>
          <p:cNvPr id="6" name="Slide Number Placeholder 5">
            <a:extLst>
              <a:ext uri="{FF2B5EF4-FFF2-40B4-BE49-F238E27FC236}">
                <a16:creationId xmlns:a16="http://schemas.microsoft.com/office/drawing/2014/main" id="{B3A77167-04FE-4201-B3DA-7674768B0616}"/>
              </a:ext>
            </a:extLst>
          </p:cNvPr>
          <p:cNvSpPr>
            <a:spLocks noGrp="1"/>
          </p:cNvSpPr>
          <p:nvPr>
            <p:ph type="sldNum" sz="quarter" idx="12"/>
          </p:nvPr>
        </p:nvSpPr>
        <p:spPr/>
        <p:txBody>
          <a:bodyPr/>
          <a:lstStyle/>
          <a:p>
            <a:pPr lvl="0"/>
            <a:fld id="{721AD979-A402-477A-BA39-5405211A97DB}" type="slidenum">
              <a:t>‹#›</a:t>
            </a:fld>
            <a:endParaRPr lang="en-US"/>
          </a:p>
        </p:txBody>
      </p:sp>
    </p:spTree>
    <p:extLst>
      <p:ext uri="{BB962C8B-B14F-4D97-AF65-F5344CB8AC3E}">
        <p14:creationId xmlns:p14="http://schemas.microsoft.com/office/powerpoint/2010/main" val="8207263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image" Target="../media/image2.png"/><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image" Target="../media/image3.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60CF1B1-EED6-4D0A-AA83-E162ACB1361C}"/>
              </a:ext>
            </a:extLst>
          </p:cNvPr>
          <p:cNvSpPr txBox="1">
            <a:spLocks noGrp="1"/>
          </p:cNvSpPr>
          <p:nvPr>
            <p:ph type="title"/>
          </p:nvPr>
        </p:nvSpPr>
        <p:spPr>
          <a:xfrm>
            <a:off x="540000" y="1620000"/>
            <a:ext cx="7560000" cy="990000"/>
          </a:xfrm>
          <a:prstGeom prst="rect">
            <a:avLst/>
          </a:prstGeom>
          <a:noFill/>
          <a:ln>
            <a:noFill/>
          </a:ln>
        </p:spPr>
        <p:txBody>
          <a:bodyPr lIns="0" tIns="0" rIns="0" bIns="0" anchor="ctr"/>
          <a:lstStyle/>
          <a:p>
            <a:endParaRPr lang="en-US"/>
          </a:p>
        </p:txBody>
      </p:sp>
      <p:sp>
        <p:nvSpPr>
          <p:cNvPr id="3" name="Text Placeholder 2">
            <a:extLst>
              <a:ext uri="{FF2B5EF4-FFF2-40B4-BE49-F238E27FC236}">
                <a16:creationId xmlns:a16="http://schemas.microsoft.com/office/drawing/2014/main" id="{F8D3DAF6-5924-44B5-ACE4-3BA9A98D6F29}"/>
              </a:ext>
            </a:extLst>
          </p:cNvPr>
          <p:cNvSpPr txBox="1">
            <a:spLocks noGrp="1"/>
          </p:cNvSpPr>
          <p:nvPr>
            <p:ph type="body" idx="1"/>
          </p:nvPr>
        </p:nvSpPr>
        <p:spPr>
          <a:xfrm>
            <a:off x="540000" y="3060000"/>
            <a:ext cx="9000000" cy="2340000"/>
          </a:xfrm>
          <a:prstGeom prst="rect">
            <a:avLst/>
          </a:prstGeom>
          <a:noFill/>
          <a:ln>
            <a:noFill/>
          </a:ln>
        </p:spPr>
        <p:txBody>
          <a:bodyPr lIns="0" tIns="0" rIns="0" bIns="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4" name="Picture 3">
            <a:extLst>
              <a:ext uri="{FF2B5EF4-FFF2-40B4-BE49-F238E27FC236}">
                <a16:creationId xmlns:a16="http://schemas.microsoft.com/office/drawing/2014/main" id="{C2DBD02C-AF65-4C6B-891A-4DAC5D92B907}"/>
              </a:ext>
            </a:extLst>
          </p:cNvPr>
          <p:cNvPicPr>
            <a:picLocks noChangeAspect="1"/>
          </p:cNvPicPr>
          <p:nvPr/>
        </p:nvPicPr>
        <p:blipFill>
          <a:blip r:embed="rId13">
            <a:lum/>
            <a:alphaModFix/>
          </a:blip>
          <a:srcRect/>
          <a:stretch>
            <a:fillRect/>
          </a:stretch>
        </p:blipFill>
        <p:spPr>
          <a:xfrm>
            <a:off x="360000" y="1440000"/>
            <a:ext cx="9122400" cy="1440000"/>
          </a:xfrm>
          <a:prstGeom prst="rect">
            <a:avLst/>
          </a:prstGeom>
          <a:noFill/>
          <a:ln>
            <a:noFill/>
          </a:ln>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rtl="0" hangingPunct="0">
        <a:tabLst/>
        <a:defRPr lang="en-US" sz="3300" b="0" i="0" u="none" strike="noStrike" kern="1200" cap="none">
          <a:ln>
            <a:noFill/>
          </a:ln>
          <a:solidFill>
            <a:srgbClr val="FF8000"/>
          </a:solidFill>
          <a:highlight>
            <a:srgbClr val="FFFFFF"/>
          </a:highlight>
          <a:latin typeface="Liberation Sans" pitchFamily="18"/>
        </a:defRPr>
      </a:lvl1pPr>
    </p:titleStyle>
    <p:bodyStyle>
      <a:lvl1pPr marL="0" marR="0" indent="0" rtl="0" hangingPunct="0">
        <a:spcBef>
          <a:spcPts val="1060"/>
        </a:spcBef>
        <a:spcAft>
          <a:spcPts val="0"/>
        </a:spcAft>
        <a:tabLst/>
        <a:defRPr lang="en-US" sz="2400" b="0" i="0" u="none" strike="noStrike" kern="1200" cap="none">
          <a:ln>
            <a:noFill/>
          </a:ln>
          <a:highlight>
            <a:srgbClr val="FFFFFF"/>
          </a:highlight>
          <a:latin typeface="Liberation Sans" pitchFamily="18"/>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2" name="Freeform: Shape 1">
            <a:extLst>
              <a:ext uri="{FF2B5EF4-FFF2-40B4-BE49-F238E27FC236}">
                <a16:creationId xmlns:a16="http://schemas.microsoft.com/office/drawing/2014/main" id="{C90E22D1-CA91-4A57-9A7D-4A91064F48C9}"/>
              </a:ext>
            </a:extLst>
          </p:cNvPr>
          <p:cNvSpPr/>
          <p:nvPr/>
        </p:nvSpPr>
        <p:spPr>
          <a:xfrm>
            <a:off x="0" y="-8640"/>
            <a:ext cx="10080000" cy="906839"/>
          </a:xfrm>
          <a:custGeom>
            <a:avLst/>
            <a:gdLst>
              <a:gd name="f0" fmla="val 0"/>
              <a:gd name="f1" fmla="val 21600"/>
            </a:gdLst>
            <a:ahLst/>
            <a:cxnLst>
              <a:cxn ang="3cd4">
                <a:pos x="hc" y="t"/>
              </a:cxn>
              <a:cxn ang="0">
                <a:pos x="r" y="vc"/>
              </a:cxn>
              <a:cxn ang="cd4">
                <a:pos x="hc" y="b"/>
              </a:cxn>
              <a:cxn ang="cd2">
                <a:pos x="l" y="vc"/>
              </a:cxn>
            </a:cxnLst>
            <a:rect l="l" t="t" r="r" b="b"/>
            <a:pathLst>
              <a:path w="21600" h="21600">
                <a:moveTo>
                  <a:pt x="f0" y="f0"/>
                </a:moveTo>
                <a:lnTo>
                  <a:pt x="f1" y="f0"/>
                </a:lnTo>
                <a:lnTo>
                  <a:pt x="f1" y="f1"/>
                </a:lnTo>
                <a:lnTo>
                  <a:pt x="f0" y="f1"/>
                </a:lnTo>
                <a:lnTo>
                  <a:pt x="f0" y="f0"/>
                </a:lnTo>
                <a:close/>
              </a:path>
            </a:pathLst>
          </a:custGeom>
          <a:noFill/>
          <a:ln>
            <a:noFill/>
            <a:prstDash val="solid"/>
          </a:ln>
        </p:spPr>
        <p:txBody>
          <a:bodyPr lIns="0" tIns="0" rIns="0" bIns="0" anchor="ctr" anchorCtr="0">
            <a:noAutofit/>
          </a:bodyPr>
          <a:lstStyle/>
          <a:p>
            <a:pPr lvl="0" rtl="0" hangingPunct="0">
              <a:buNone/>
              <a:tabLst/>
            </a:pPr>
            <a:endParaRPr lang="en-US" sz="1400" kern="1200">
              <a:latin typeface="Liberation Sans" pitchFamily="18"/>
              <a:ea typeface="DejaVu Sans" pitchFamily="2"/>
              <a:cs typeface="DejaVu Sans" pitchFamily="2"/>
            </a:endParaRPr>
          </a:p>
        </p:txBody>
      </p:sp>
      <p:sp>
        <p:nvSpPr>
          <p:cNvPr id="3" name="Title Placeholder 2">
            <a:extLst>
              <a:ext uri="{FF2B5EF4-FFF2-40B4-BE49-F238E27FC236}">
                <a16:creationId xmlns:a16="http://schemas.microsoft.com/office/drawing/2014/main" id="{42F5A298-DD23-48F1-86A8-726684168112}"/>
              </a:ext>
            </a:extLst>
          </p:cNvPr>
          <p:cNvSpPr txBox="1">
            <a:spLocks noGrp="1"/>
          </p:cNvSpPr>
          <p:nvPr>
            <p:ph type="title"/>
          </p:nvPr>
        </p:nvSpPr>
        <p:spPr>
          <a:xfrm>
            <a:off x="540000" y="180000"/>
            <a:ext cx="8280000" cy="630000"/>
          </a:xfrm>
          <a:prstGeom prst="rect">
            <a:avLst/>
          </a:prstGeom>
          <a:noFill/>
          <a:ln>
            <a:noFill/>
          </a:ln>
        </p:spPr>
        <p:txBody>
          <a:bodyPr lIns="0" tIns="0" rIns="0" bIns="0" anchor="ctr"/>
          <a:lstStyle/>
          <a:p>
            <a:endParaRPr lang="en-US"/>
          </a:p>
        </p:txBody>
      </p:sp>
      <p:sp>
        <p:nvSpPr>
          <p:cNvPr id="4" name="Text Placeholder 3">
            <a:extLst>
              <a:ext uri="{FF2B5EF4-FFF2-40B4-BE49-F238E27FC236}">
                <a16:creationId xmlns:a16="http://schemas.microsoft.com/office/drawing/2014/main" id="{B19E4D81-E46F-431B-B9E3-6A47E602BCD8}"/>
              </a:ext>
            </a:extLst>
          </p:cNvPr>
          <p:cNvSpPr txBox="1">
            <a:spLocks noGrp="1"/>
          </p:cNvSpPr>
          <p:nvPr>
            <p:ph type="body" idx="1"/>
          </p:nvPr>
        </p:nvSpPr>
        <p:spPr>
          <a:xfrm>
            <a:off x="540000" y="1260000"/>
            <a:ext cx="9000000" cy="3960000"/>
          </a:xfrm>
          <a:prstGeom prst="rect">
            <a:avLst/>
          </a:prstGeom>
          <a:noFill/>
          <a:ln>
            <a:noFill/>
          </a:ln>
        </p:spPr>
        <p:txBody>
          <a:bodyPr lIns="0" tIns="0" rIns="0" bIns="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A4E9DEA2-B634-4877-AB3E-C60CCC60E490}"/>
              </a:ext>
            </a:extLst>
          </p:cNvPr>
          <p:cNvSpPr txBox="1">
            <a:spLocks noGrp="1"/>
          </p:cNvSpPr>
          <p:nvPr>
            <p:ph type="dt" sz="half" idx="2"/>
          </p:nvPr>
        </p:nvSpPr>
        <p:spPr>
          <a:xfrm>
            <a:off x="540000" y="5400000"/>
            <a:ext cx="2340000" cy="270000"/>
          </a:xfrm>
          <a:prstGeom prst="rect">
            <a:avLst/>
          </a:prstGeom>
          <a:noFill/>
          <a:ln>
            <a:noFill/>
          </a:ln>
        </p:spPr>
        <p:txBody>
          <a:bodyPr vert="horz" lIns="0" tIns="0" rIns="0" bIns="0" anchorCtr="0">
            <a:noAutofit/>
          </a:bodyPr>
          <a:lstStyle>
            <a:lvl1pPr lvl="0" rtl="0" hangingPunct="0">
              <a:buNone/>
              <a:tabLst/>
              <a:defRPr lang="en-US" sz="1400" kern="1200">
                <a:latin typeface="Liberation Sans" pitchFamily="18"/>
                <a:ea typeface="DejaVu Sans" pitchFamily="2"/>
                <a:cs typeface="DejaVu Sans" pitchFamily="2"/>
              </a:defRPr>
            </a:lvl1pPr>
          </a:lstStyle>
          <a:p>
            <a:pPr lvl="0"/>
            <a:endParaRPr lang="en-US"/>
          </a:p>
        </p:txBody>
      </p:sp>
      <p:sp>
        <p:nvSpPr>
          <p:cNvPr id="6" name="Footer Placeholder 5">
            <a:extLst>
              <a:ext uri="{FF2B5EF4-FFF2-40B4-BE49-F238E27FC236}">
                <a16:creationId xmlns:a16="http://schemas.microsoft.com/office/drawing/2014/main" id="{E958C020-3979-4BAB-8798-F80C56F1386B}"/>
              </a:ext>
            </a:extLst>
          </p:cNvPr>
          <p:cNvSpPr txBox="1">
            <a:spLocks noGrp="1"/>
          </p:cNvSpPr>
          <p:nvPr>
            <p:ph type="ftr" sz="quarter" idx="3"/>
          </p:nvPr>
        </p:nvSpPr>
        <p:spPr>
          <a:xfrm>
            <a:off x="3420000" y="5400000"/>
            <a:ext cx="3240000" cy="270000"/>
          </a:xfrm>
          <a:prstGeom prst="rect">
            <a:avLst/>
          </a:prstGeom>
          <a:noFill/>
          <a:ln>
            <a:noFill/>
          </a:ln>
        </p:spPr>
        <p:txBody>
          <a:bodyPr vert="horz" lIns="0" tIns="0" rIns="0" bIns="0" anchorCtr="0">
            <a:noAutofit/>
          </a:bodyPr>
          <a:lstStyle>
            <a:lvl1pPr lvl="0" algn="ctr" rtl="0" hangingPunct="0">
              <a:buNone/>
              <a:tabLst/>
              <a:defRPr lang="en-US" sz="1400" kern="1200">
                <a:latin typeface="Liberation Sans" pitchFamily="18"/>
                <a:ea typeface="DejaVu Sans" pitchFamily="2"/>
                <a:cs typeface="DejaVu Sans" pitchFamily="2"/>
              </a:defRPr>
            </a:lvl1pPr>
          </a:lstStyle>
          <a:p>
            <a:pPr lvl="0"/>
            <a:endParaRPr lang="en-US"/>
          </a:p>
        </p:txBody>
      </p:sp>
      <p:sp>
        <p:nvSpPr>
          <p:cNvPr id="7" name="Slide Number Placeholder 6">
            <a:extLst>
              <a:ext uri="{FF2B5EF4-FFF2-40B4-BE49-F238E27FC236}">
                <a16:creationId xmlns:a16="http://schemas.microsoft.com/office/drawing/2014/main" id="{7475D179-2A35-464B-B897-983C3E848799}"/>
              </a:ext>
            </a:extLst>
          </p:cNvPr>
          <p:cNvSpPr txBox="1">
            <a:spLocks noGrp="1"/>
          </p:cNvSpPr>
          <p:nvPr>
            <p:ph type="sldNum" sz="quarter" idx="4"/>
          </p:nvPr>
        </p:nvSpPr>
        <p:spPr>
          <a:xfrm>
            <a:off x="7200000" y="5400000"/>
            <a:ext cx="2340000" cy="270000"/>
          </a:xfrm>
          <a:prstGeom prst="rect">
            <a:avLst/>
          </a:prstGeom>
          <a:noFill/>
          <a:ln>
            <a:noFill/>
          </a:ln>
        </p:spPr>
        <p:txBody>
          <a:bodyPr vert="horz" lIns="0" tIns="0" rIns="0" bIns="0" anchorCtr="0">
            <a:noAutofit/>
          </a:bodyPr>
          <a:lstStyle>
            <a:lvl1pPr lvl="0" algn="r" rtl="0" hangingPunct="0">
              <a:buNone/>
              <a:tabLst/>
              <a:defRPr lang="en-US" sz="1400" kern="1200">
                <a:latin typeface="Liberation Sans" pitchFamily="18"/>
                <a:ea typeface="DejaVu Sans" pitchFamily="2"/>
                <a:cs typeface="DejaVu Sans" pitchFamily="2"/>
              </a:defRPr>
            </a:lvl1pPr>
          </a:lstStyle>
          <a:p>
            <a:pPr lvl="0"/>
            <a:fld id="{B53048A3-5F44-4C98-90D3-E462959B0E6A}" type="slidenum">
              <a:t>‹#›</a:t>
            </a:fld>
            <a:endParaRPr lang="en-US"/>
          </a:p>
        </p:txBody>
      </p:sp>
      <p:pic>
        <p:nvPicPr>
          <p:cNvPr id="8" name="Picture 7">
            <a:extLst>
              <a:ext uri="{FF2B5EF4-FFF2-40B4-BE49-F238E27FC236}">
                <a16:creationId xmlns:a16="http://schemas.microsoft.com/office/drawing/2014/main" id="{8BF31061-EBEC-47F0-8662-E9D7A3126278}"/>
              </a:ext>
            </a:extLst>
          </p:cNvPr>
          <p:cNvPicPr>
            <a:picLocks noChangeAspect="1"/>
          </p:cNvPicPr>
          <p:nvPr/>
        </p:nvPicPr>
        <p:blipFill>
          <a:blip r:embed="rId13">
            <a:lum/>
            <a:alphaModFix/>
          </a:blip>
          <a:srcRect/>
          <a:stretch>
            <a:fillRect/>
          </a:stretch>
        </p:blipFill>
        <p:spPr>
          <a:xfrm>
            <a:off x="8820000" y="90000"/>
            <a:ext cx="756000" cy="720000"/>
          </a:xfrm>
          <a:prstGeom prst="rect">
            <a:avLst/>
          </a:prstGeom>
          <a:noFill/>
          <a:ln>
            <a:noFill/>
          </a:ln>
        </p:spPr>
      </p:pic>
      <p:pic>
        <p:nvPicPr>
          <p:cNvPr id="9" name="Picture 8">
            <a:extLst>
              <a:ext uri="{FF2B5EF4-FFF2-40B4-BE49-F238E27FC236}">
                <a16:creationId xmlns:a16="http://schemas.microsoft.com/office/drawing/2014/main" id="{160121A4-A23B-438F-8CF0-484CD45E4FB0}"/>
              </a:ext>
            </a:extLst>
          </p:cNvPr>
          <p:cNvPicPr>
            <a:picLocks noChangeAspect="1"/>
          </p:cNvPicPr>
          <p:nvPr/>
        </p:nvPicPr>
        <p:blipFill>
          <a:blip r:embed="rId14">
            <a:lum/>
            <a:alphaModFix/>
          </a:blip>
          <a:srcRect/>
          <a:stretch>
            <a:fillRect/>
          </a:stretch>
        </p:blipFill>
        <p:spPr>
          <a:xfrm>
            <a:off x="180000" y="5220000"/>
            <a:ext cx="9720000" cy="180000"/>
          </a:xfrm>
          <a:prstGeom prst="rect">
            <a:avLst/>
          </a:prstGeom>
          <a:noFill/>
          <a:ln>
            <a:noFill/>
          </a:ln>
        </p:spPr>
      </p:pic>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ctr" rtl="0" hangingPunct="0">
        <a:tabLst/>
        <a:defRPr lang="en-US" sz="2700" b="0" i="0" u="none" strike="noStrike" kern="1200" cap="none">
          <a:ln>
            <a:noFill/>
          </a:ln>
          <a:solidFill>
            <a:srgbClr val="FF6600"/>
          </a:solidFill>
          <a:highlight>
            <a:scrgbClr r="0" g="0" b="0">
              <a:alpha val="0"/>
            </a:scrgbClr>
          </a:highlight>
          <a:latin typeface="Liberation Sans" pitchFamily="18"/>
        </a:defRPr>
      </a:lvl1pPr>
    </p:titleStyle>
    <p:bodyStyle>
      <a:lvl1pPr marL="0" marR="0" indent="0" rtl="0" hangingPunct="0">
        <a:spcBef>
          <a:spcPts val="1057"/>
        </a:spcBef>
        <a:spcAft>
          <a:spcPts val="0"/>
        </a:spcAft>
        <a:tabLst/>
        <a:defRPr lang="en-US" sz="2400" b="0" i="0" u="none" strike="noStrike" kern="1200" cap="none">
          <a:ln>
            <a:noFill/>
          </a:ln>
          <a:highlight>
            <a:scrgbClr r="0" g="0" b="0">
              <a:alpha val="0"/>
            </a:scrgbClr>
          </a:highlight>
          <a:latin typeface="Liberation Sans" pitchFamily="18"/>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8.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18.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18.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18.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8.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18.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8.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8.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8.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8.xml"/></Relationships>
</file>

<file path=ppt/slides/_rels/slide1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2.xml"/><Relationship Id="rId1" Type="http://schemas.openxmlformats.org/officeDocument/2006/relationships/slideLayout" Target="../slideLayouts/slideLayout18.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8.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8.xml"/></Relationships>
</file>

<file path=ppt/slides/_rels/slide1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5.xml"/><Relationship Id="rId1" Type="http://schemas.openxmlformats.org/officeDocument/2006/relationships/slideLayout" Target="../slideLayouts/slideLayout18.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8.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8.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8.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8.xml"/></Relationships>
</file>

<file path=ppt/slides/slide1.xml><?xml version="1.0" encoding="utf-8"?>
<p:sld xmlns:a="http://schemas.openxmlformats.org/drawingml/2006/main" xmlns:r="http://schemas.openxmlformats.org/officeDocument/2006/relationships" xmlns:p="http://schemas.openxmlformats.org/presentationml/2006/main">
  <p:cSld name="page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97BD48-3A48-4766-9D8B-1107F8742737}"/>
              </a:ext>
            </a:extLst>
          </p:cNvPr>
          <p:cNvSpPr txBox="1">
            <a:spLocks noGrp="1"/>
          </p:cNvSpPr>
          <p:nvPr>
            <p:ph type="title" idx="4294967295"/>
          </p:nvPr>
        </p:nvSpPr>
        <p:spPr/>
        <p:txBody>
          <a:bodyPr vert="horz">
            <a:spAutoFit/>
          </a:bodyPr>
          <a:lstStyle/>
          <a:p>
            <a:pPr lvl="0"/>
            <a:r>
              <a:rPr lang="en-US"/>
              <a:t>Presentation on POLYGON(Surface)  Rendering Method</a:t>
            </a:r>
          </a:p>
        </p:txBody>
      </p:sp>
      <p:sp>
        <p:nvSpPr>
          <p:cNvPr id="3" name="TextBox 2">
            <a:extLst>
              <a:ext uri="{FF2B5EF4-FFF2-40B4-BE49-F238E27FC236}">
                <a16:creationId xmlns:a16="http://schemas.microsoft.com/office/drawing/2014/main" id="{FDEE31E1-FFCA-48F4-9495-582B10C66375}"/>
              </a:ext>
            </a:extLst>
          </p:cNvPr>
          <p:cNvSpPr txBox="1"/>
          <p:nvPr/>
        </p:nvSpPr>
        <p:spPr>
          <a:xfrm>
            <a:off x="457200" y="3200400"/>
            <a:ext cx="2349915" cy="887251"/>
          </a:xfrm>
          <a:prstGeom prst="rect">
            <a:avLst/>
          </a:prstGeom>
          <a:noFill/>
          <a:ln>
            <a:noFill/>
          </a:ln>
        </p:spPr>
        <p:txBody>
          <a:bodyPr vert="horz" wrap="none" lIns="90000" tIns="45000" rIns="90000" bIns="45000" anchorCtr="0" compatLnSpc="0">
            <a:spAutoFit/>
          </a:bodyPr>
          <a:lstStyle/>
          <a:p>
            <a:pPr marL="0" marR="0" lvl="0" indent="0" rtl="0" hangingPunct="0">
              <a:lnSpc>
                <a:spcPct val="100000"/>
              </a:lnSpc>
              <a:spcBef>
                <a:spcPts val="0"/>
              </a:spcBef>
              <a:spcAft>
                <a:spcPts val="0"/>
              </a:spcAft>
              <a:buNone/>
              <a:tabLst/>
            </a:pPr>
            <a:r>
              <a:rPr lang="en-US" sz="1800" b="0" i="0" u="none" strike="noStrike" kern="1200" cap="none" dirty="0">
                <a:ln>
                  <a:noFill/>
                </a:ln>
                <a:latin typeface="Liberation Sans" pitchFamily="18"/>
                <a:ea typeface="DejaVu Sans" pitchFamily="2"/>
                <a:cs typeface="DejaVu Sans" pitchFamily="2"/>
              </a:rPr>
              <a:t>By Prasamsha Nepal</a:t>
            </a:r>
          </a:p>
          <a:p>
            <a:pPr marL="0" marR="0" lvl="0" indent="0" rtl="0" hangingPunct="0">
              <a:lnSpc>
                <a:spcPct val="100000"/>
              </a:lnSpc>
              <a:spcBef>
                <a:spcPts val="0"/>
              </a:spcBef>
              <a:spcAft>
                <a:spcPts val="0"/>
              </a:spcAft>
              <a:buNone/>
              <a:tabLst/>
            </a:pPr>
            <a:r>
              <a:rPr lang="en-US" sz="1800" b="0" i="0" u="none" strike="noStrike" kern="1200" cap="none" dirty="0" err="1">
                <a:ln>
                  <a:noFill/>
                </a:ln>
                <a:latin typeface="Liberation Sans" pitchFamily="18"/>
                <a:ea typeface="DejaVu Sans" pitchFamily="2"/>
                <a:cs typeface="DejaVu Sans" pitchFamily="2"/>
              </a:rPr>
              <a:t>Bsc</a:t>
            </a:r>
            <a:r>
              <a:rPr lang="en-US" sz="1800" b="0" i="0" u="none" strike="noStrike" kern="1200" cap="none" dirty="0">
                <a:ln>
                  <a:noFill/>
                </a:ln>
                <a:latin typeface="Liberation Sans" pitchFamily="18"/>
                <a:ea typeface="DejaVu Sans" pitchFamily="2"/>
                <a:cs typeface="DejaVu Sans" pitchFamily="2"/>
              </a:rPr>
              <a:t> </a:t>
            </a:r>
            <a:r>
              <a:rPr lang="en-US" sz="1800" b="0" i="0" u="none" strike="noStrike" kern="1200" cap="none" dirty="0" err="1">
                <a:ln>
                  <a:noFill/>
                </a:ln>
                <a:latin typeface="Liberation Sans" pitchFamily="18"/>
                <a:ea typeface="DejaVu Sans" pitchFamily="2"/>
                <a:cs typeface="DejaVu Sans" pitchFamily="2"/>
              </a:rPr>
              <a:t>csit</a:t>
            </a:r>
            <a:r>
              <a:rPr lang="en-US" sz="1800" b="0" i="0" u="none" strike="noStrike" kern="1200" cap="none" dirty="0">
                <a:ln>
                  <a:noFill/>
                </a:ln>
                <a:latin typeface="Liberation Sans" pitchFamily="18"/>
                <a:ea typeface="DejaVu Sans" pitchFamily="2"/>
                <a:cs typeface="DejaVu Sans" pitchFamily="2"/>
              </a:rPr>
              <a:t>(2080)</a:t>
            </a:r>
          </a:p>
          <a:p>
            <a:pPr marL="0" marR="0" lvl="0" indent="0" rtl="0" hangingPunct="0">
              <a:lnSpc>
                <a:spcPct val="100000"/>
              </a:lnSpc>
              <a:spcBef>
                <a:spcPts val="0"/>
              </a:spcBef>
              <a:spcAft>
                <a:spcPts val="0"/>
              </a:spcAft>
              <a:buNone/>
              <a:tabLst/>
            </a:pPr>
            <a:endParaRPr lang="en-US" sz="1800" b="0" i="0" u="none" strike="noStrike" kern="1200" cap="none" dirty="0">
              <a:ln>
                <a:noFill/>
              </a:ln>
              <a:latin typeface="Liberation Sans" pitchFamily="18"/>
              <a:ea typeface="DejaVu Sans" pitchFamily="2"/>
              <a:cs typeface="DejaVu Sans" pitchFamily="2"/>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page2">
    <p:spTree>
      <p:nvGrpSpPr>
        <p:cNvPr id="1" name=""/>
        <p:cNvGrpSpPr/>
        <p:nvPr/>
      </p:nvGrpSpPr>
      <p:grpSpPr>
        <a:xfrm>
          <a:off x="0" y="0"/>
          <a:ext cx="0" cy="0"/>
          <a:chOff x="0" y="0"/>
          <a:chExt cx="0" cy="0"/>
        </a:xfrm>
      </p:grpSpPr>
      <p:sp>
        <p:nvSpPr>
          <p:cNvPr id="7" name="Slide Number Placeholder 3">
            <a:extLst>
              <a:ext uri="{FF2B5EF4-FFF2-40B4-BE49-F238E27FC236}">
                <a16:creationId xmlns:a16="http://schemas.microsoft.com/office/drawing/2014/main" id="{B5EFC93C-E5FF-4793-A985-934C3297AF4E}"/>
              </a:ext>
            </a:extLst>
          </p:cNvPr>
          <p:cNvSpPr>
            <a:spLocks noGrp="1"/>
          </p:cNvSpPr>
          <p:nvPr>
            <p:ph type="sldNum" sz="quarter" idx="12"/>
          </p:nvPr>
        </p:nvSpPr>
        <p:spPr/>
        <p:txBody>
          <a:bodyPr/>
          <a:lstStyle/>
          <a:p>
            <a:pPr lvl="0"/>
            <a:fld id="{E7DA8BBF-45E7-4264-93AB-E13636F3F3F2}" type="slidenum">
              <a:t>2</a:t>
            </a:fld>
            <a:endParaRPr lang="en-US"/>
          </a:p>
        </p:txBody>
      </p:sp>
      <p:sp>
        <p:nvSpPr>
          <p:cNvPr id="2" name="Title 1">
            <a:extLst>
              <a:ext uri="{FF2B5EF4-FFF2-40B4-BE49-F238E27FC236}">
                <a16:creationId xmlns:a16="http://schemas.microsoft.com/office/drawing/2014/main" id="{F3E457AF-0B01-41EB-94B1-1CC978939B4D}"/>
              </a:ext>
            </a:extLst>
          </p:cNvPr>
          <p:cNvSpPr txBox="1">
            <a:spLocks noGrp="1"/>
          </p:cNvSpPr>
          <p:nvPr>
            <p:ph type="title" idx="4294967295"/>
          </p:nvPr>
        </p:nvSpPr>
        <p:spPr>
          <a:xfrm>
            <a:off x="540000" y="291960"/>
            <a:ext cx="8280000" cy="1536840"/>
          </a:xfrm>
        </p:spPr>
        <p:txBody>
          <a:bodyPr vert="horz">
            <a:spAutoFit/>
          </a:bodyPr>
          <a:lstStyle/>
          <a:p>
            <a:pPr lvl="0"/>
            <a:r>
              <a:rPr lang="en-US"/>
              <a:t>Polygon rendering is the technique of calculating intensity and color considerations for a polygon.</a:t>
            </a:r>
            <a:br>
              <a:rPr lang="en-US"/>
            </a:br>
            <a:br>
              <a:rPr lang="en-US"/>
            </a:br>
            <a:r>
              <a:rPr lang="en-US"/>
              <a:t>There are two ways of polygon rendering:</a:t>
            </a:r>
          </a:p>
        </p:txBody>
      </p:sp>
      <p:sp>
        <p:nvSpPr>
          <p:cNvPr id="3" name="Text Placeholder 2">
            <a:extLst>
              <a:ext uri="{FF2B5EF4-FFF2-40B4-BE49-F238E27FC236}">
                <a16:creationId xmlns:a16="http://schemas.microsoft.com/office/drawing/2014/main" id="{31B2FB2B-96C5-4C01-AA08-170A35EB7090}"/>
              </a:ext>
            </a:extLst>
          </p:cNvPr>
          <p:cNvSpPr txBox="1">
            <a:spLocks noGrp="1"/>
          </p:cNvSpPr>
          <p:nvPr>
            <p:ph type="body" idx="4294967295"/>
          </p:nvPr>
        </p:nvSpPr>
        <p:spPr>
          <a:xfrm>
            <a:off x="540000" y="2057400"/>
            <a:ext cx="4391640" cy="3162600"/>
          </a:xfrm>
        </p:spPr>
        <p:txBody>
          <a:bodyPr vert="horz"/>
          <a:lstStyle/>
          <a:p>
            <a:pPr lvl="0">
              <a:buClr>
                <a:srgbClr val="FF6600"/>
              </a:buClr>
              <a:buSzPct val="45000"/>
              <a:buFont typeface="StarSymbol"/>
              <a:buChar char="●"/>
            </a:pPr>
            <a:r>
              <a:rPr lang="en-US"/>
              <a:t>Rendering each polygon surface with single intensity, which is also called as simple rendering method.</a:t>
            </a:r>
          </a:p>
          <a:p>
            <a:pPr lvl="0">
              <a:buClr>
                <a:srgbClr val="FF6600"/>
              </a:buClr>
              <a:buSzPct val="45000"/>
              <a:buFont typeface="StarSymbol"/>
              <a:buChar char="●"/>
            </a:pPr>
            <a:r>
              <a:rPr lang="en-US"/>
              <a:t>Constant Intensity shading method (Flat Shading)</a:t>
            </a:r>
          </a:p>
        </p:txBody>
      </p:sp>
      <p:sp>
        <p:nvSpPr>
          <p:cNvPr id="4" name="Text Placeholder 3">
            <a:extLst>
              <a:ext uri="{FF2B5EF4-FFF2-40B4-BE49-F238E27FC236}">
                <a16:creationId xmlns:a16="http://schemas.microsoft.com/office/drawing/2014/main" id="{BD08193D-1D77-49DB-B50B-6F9E2D098D12}"/>
              </a:ext>
            </a:extLst>
          </p:cNvPr>
          <p:cNvSpPr txBox="1">
            <a:spLocks noGrp="1"/>
          </p:cNvSpPr>
          <p:nvPr>
            <p:ph type="body" idx="4294967295"/>
          </p:nvPr>
        </p:nvSpPr>
        <p:spPr>
          <a:xfrm>
            <a:off x="5151600" y="2057400"/>
            <a:ext cx="4391640" cy="3162600"/>
          </a:xfrm>
        </p:spPr>
        <p:txBody>
          <a:bodyPr vert="horz"/>
          <a:lstStyle/>
          <a:p>
            <a:pPr lvl="0">
              <a:buClr>
                <a:srgbClr val="FF6600"/>
              </a:buClr>
              <a:buSzPct val="45000"/>
              <a:buFont typeface="StarSymbol"/>
              <a:buChar char="●"/>
            </a:pPr>
            <a:r>
              <a:rPr lang="en-US"/>
              <a:t>Calculate intensity at each point of the surface using interpolation scheme.</a:t>
            </a:r>
          </a:p>
          <a:p>
            <a:pPr lvl="0">
              <a:buClr>
                <a:srgbClr val="FF6600"/>
              </a:buClr>
              <a:buSzPct val="45000"/>
              <a:buFont typeface="StarSymbol"/>
              <a:buChar char="●"/>
            </a:pPr>
            <a:r>
              <a:rPr lang="en-US"/>
              <a:t>Gouraud shading method (Intensity Interpolation)</a:t>
            </a:r>
          </a:p>
          <a:p>
            <a:pPr lvl="0">
              <a:buClr>
                <a:srgbClr val="FF6600"/>
              </a:buClr>
              <a:buSzPct val="45000"/>
              <a:buFont typeface="StarSymbol"/>
              <a:buChar char="●"/>
            </a:pPr>
            <a:r>
              <a:rPr lang="en-US"/>
              <a:t>Phong Shading method (Normal Vector Interpolation)</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page3">
    <p:spTree>
      <p:nvGrpSpPr>
        <p:cNvPr id="1" name=""/>
        <p:cNvGrpSpPr/>
        <p:nvPr/>
      </p:nvGrpSpPr>
      <p:grpSpPr>
        <a:xfrm>
          <a:off x="0" y="0"/>
          <a:ext cx="0" cy="0"/>
          <a:chOff x="0" y="0"/>
          <a:chExt cx="0" cy="0"/>
        </a:xfrm>
      </p:grpSpPr>
      <p:sp>
        <p:nvSpPr>
          <p:cNvPr id="7" name="Slide Number Placeholder 3">
            <a:extLst>
              <a:ext uri="{FF2B5EF4-FFF2-40B4-BE49-F238E27FC236}">
                <a16:creationId xmlns:a16="http://schemas.microsoft.com/office/drawing/2014/main" id="{4F3793BB-B242-4436-84A9-47EB6877AEB9}"/>
              </a:ext>
            </a:extLst>
          </p:cNvPr>
          <p:cNvSpPr>
            <a:spLocks noGrp="1"/>
          </p:cNvSpPr>
          <p:nvPr>
            <p:ph type="sldNum" sz="quarter" idx="12"/>
          </p:nvPr>
        </p:nvSpPr>
        <p:spPr/>
        <p:txBody>
          <a:bodyPr/>
          <a:lstStyle/>
          <a:p>
            <a:pPr lvl="0"/>
            <a:fld id="{AF77E4B7-4980-4B0C-9554-EB13EC61B388}" type="slidenum">
              <a:t>3</a:t>
            </a:fld>
            <a:endParaRPr lang="en-US"/>
          </a:p>
        </p:txBody>
      </p:sp>
      <p:sp>
        <p:nvSpPr>
          <p:cNvPr id="2" name="Title 1">
            <a:extLst>
              <a:ext uri="{FF2B5EF4-FFF2-40B4-BE49-F238E27FC236}">
                <a16:creationId xmlns:a16="http://schemas.microsoft.com/office/drawing/2014/main" id="{ACE83701-638F-4A28-BE1E-6C277462F1EA}"/>
              </a:ext>
            </a:extLst>
          </p:cNvPr>
          <p:cNvSpPr txBox="1">
            <a:spLocks noGrp="1"/>
          </p:cNvSpPr>
          <p:nvPr>
            <p:ph type="title" idx="4294967295"/>
          </p:nvPr>
        </p:nvSpPr>
        <p:spPr/>
        <p:txBody>
          <a:bodyPr vert="horz"/>
          <a:lstStyle/>
          <a:p>
            <a:pPr lvl="0"/>
            <a:r>
              <a:rPr lang="en-US"/>
              <a:t>1. Constant Intensity Shading (Flat Shading)</a:t>
            </a:r>
          </a:p>
        </p:txBody>
      </p:sp>
      <p:sp>
        <p:nvSpPr>
          <p:cNvPr id="3" name="Text Placeholder 2">
            <a:extLst>
              <a:ext uri="{FF2B5EF4-FFF2-40B4-BE49-F238E27FC236}">
                <a16:creationId xmlns:a16="http://schemas.microsoft.com/office/drawing/2014/main" id="{E1A5E601-CF6F-42CB-AA7D-8DC92C3E2C24}"/>
              </a:ext>
            </a:extLst>
          </p:cNvPr>
          <p:cNvSpPr txBox="1">
            <a:spLocks noGrp="1"/>
          </p:cNvSpPr>
          <p:nvPr>
            <p:ph type="body" idx="4294967295"/>
          </p:nvPr>
        </p:nvSpPr>
        <p:spPr>
          <a:xfrm>
            <a:off x="540000" y="1260000"/>
            <a:ext cx="4391640" cy="3960000"/>
          </a:xfrm>
        </p:spPr>
        <p:txBody>
          <a:bodyPr vert="horz"/>
          <a:lstStyle/>
          <a:p>
            <a:pPr lvl="0">
              <a:buClr>
                <a:srgbClr val="FF6600"/>
              </a:buClr>
              <a:buSzPct val="45000"/>
              <a:buFont typeface="StarSymbol"/>
              <a:buChar char="●"/>
            </a:pPr>
            <a:r>
              <a:rPr lang="en-US"/>
              <a:t>Polygon surface must be one faced of a polyhedron and is not a section of a curved surface.</a:t>
            </a:r>
          </a:p>
          <a:p>
            <a:pPr lvl="0">
              <a:buClr>
                <a:srgbClr val="FF6600"/>
              </a:buClr>
              <a:buSzPct val="45000"/>
              <a:buFont typeface="StarSymbol"/>
              <a:buChar char="●"/>
            </a:pPr>
            <a:r>
              <a:rPr lang="en-US"/>
              <a:t>This approach implies an illumination model once to determine a single intensity value that is then used to render an entire polygon.</a:t>
            </a:r>
          </a:p>
        </p:txBody>
      </p:sp>
      <p:pic>
        <p:nvPicPr>
          <p:cNvPr id="4" name="Picture 3">
            <a:extLst>
              <a:ext uri="{FF2B5EF4-FFF2-40B4-BE49-F238E27FC236}">
                <a16:creationId xmlns:a16="http://schemas.microsoft.com/office/drawing/2014/main" id="{A2A0DE5D-3B91-418C-8D14-4C2F1EB186A7}"/>
              </a:ext>
            </a:extLst>
          </p:cNvPr>
          <p:cNvPicPr>
            <a:picLocks noChangeAspect="1"/>
          </p:cNvPicPr>
          <p:nvPr/>
        </p:nvPicPr>
        <p:blipFill>
          <a:blip r:embed="rId3">
            <a:lum/>
            <a:alphaModFix/>
          </a:blip>
          <a:srcRect/>
          <a:stretch>
            <a:fillRect/>
          </a:stretch>
        </p:blipFill>
        <p:spPr>
          <a:xfrm>
            <a:off x="5029200" y="1371599"/>
            <a:ext cx="4505040" cy="2743199"/>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page4">
    <p:spTree>
      <p:nvGrpSpPr>
        <p:cNvPr id="1" name=""/>
        <p:cNvGrpSpPr/>
        <p:nvPr/>
      </p:nvGrpSpPr>
      <p:grpSpPr>
        <a:xfrm>
          <a:off x="0" y="0"/>
          <a:ext cx="0" cy="0"/>
          <a:chOff x="0" y="0"/>
          <a:chExt cx="0" cy="0"/>
        </a:xfrm>
      </p:grpSpPr>
      <p:sp>
        <p:nvSpPr>
          <p:cNvPr id="7" name="Slide Number Placeholder 3">
            <a:extLst>
              <a:ext uri="{FF2B5EF4-FFF2-40B4-BE49-F238E27FC236}">
                <a16:creationId xmlns:a16="http://schemas.microsoft.com/office/drawing/2014/main" id="{170F4696-1B01-4A9F-9EAF-96695D873866}"/>
              </a:ext>
            </a:extLst>
          </p:cNvPr>
          <p:cNvSpPr>
            <a:spLocks noGrp="1"/>
          </p:cNvSpPr>
          <p:nvPr>
            <p:ph type="sldNum" sz="quarter" idx="12"/>
          </p:nvPr>
        </p:nvSpPr>
        <p:spPr/>
        <p:txBody>
          <a:bodyPr/>
          <a:lstStyle/>
          <a:p>
            <a:pPr lvl="0"/>
            <a:fld id="{EE3D167F-D9EF-4721-90A0-450AAFAD8082}" type="slidenum">
              <a:t>4</a:t>
            </a:fld>
            <a:endParaRPr lang="en-US"/>
          </a:p>
        </p:txBody>
      </p:sp>
      <p:sp>
        <p:nvSpPr>
          <p:cNvPr id="2" name="Title 1">
            <a:extLst>
              <a:ext uri="{FF2B5EF4-FFF2-40B4-BE49-F238E27FC236}">
                <a16:creationId xmlns:a16="http://schemas.microsoft.com/office/drawing/2014/main" id="{BF610634-4B90-46B2-8E15-E34E3CA4B8D0}"/>
              </a:ext>
            </a:extLst>
          </p:cNvPr>
          <p:cNvSpPr txBox="1">
            <a:spLocks noGrp="1"/>
          </p:cNvSpPr>
          <p:nvPr>
            <p:ph type="title" idx="4294967295"/>
          </p:nvPr>
        </p:nvSpPr>
        <p:spPr>
          <a:xfrm>
            <a:off x="540000" y="110880"/>
            <a:ext cx="8280000" cy="768599"/>
          </a:xfrm>
        </p:spPr>
        <p:txBody>
          <a:bodyPr vert="horz"/>
          <a:lstStyle/>
          <a:p>
            <a:pPr lvl="0"/>
            <a:r>
              <a:rPr lang="en-US"/>
              <a:t>Interpolating Shading</a:t>
            </a:r>
            <a:br>
              <a:rPr lang="en-US"/>
            </a:br>
            <a:r>
              <a:rPr lang="en-US"/>
              <a:t>1. Gouraud Shading</a:t>
            </a:r>
          </a:p>
        </p:txBody>
      </p:sp>
      <p:sp>
        <p:nvSpPr>
          <p:cNvPr id="3" name="Text Placeholder 2">
            <a:extLst>
              <a:ext uri="{FF2B5EF4-FFF2-40B4-BE49-F238E27FC236}">
                <a16:creationId xmlns:a16="http://schemas.microsoft.com/office/drawing/2014/main" id="{57F6892A-3CF5-4A46-9529-9DC5AC1CA9FE}"/>
              </a:ext>
            </a:extLst>
          </p:cNvPr>
          <p:cNvSpPr txBox="1">
            <a:spLocks noGrp="1"/>
          </p:cNvSpPr>
          <p:nvPr>
            <p:ph type="body" idx="4294967295"/>
          </p:nvPr>
        </p:nvSpPr>
        <p:spPr>
          <a:xfrm>
            <a:off x="408960" y="1143000"/>
            <a:ext cx="4391640" cy="3960000"/>
          </a:xfrm>
        </p:spPr>
        <p:txBody>
          <a:bodyPr vert="horz"/>
          <a:lstStyle/>
          <a:p>
            <a:pPr lvl="0"/>
            <a:r>
              <a:rPr lang="en-US"/>
              <a:t>Each polygon surface is rendered with Gouraud shading by performing following calculations:</a:t>
            </a:r>
          </a:p>
          <a:p>
            <a:pPr marL="457200" lvl="0" indent="-228600"/>
            <a:r>
              <a:rPr lang="en-US"/>
              <a:t>1.Determine the average unit normal vector at each vertex. At each polygon vertex, we obtain a normal vertex by averaging the surface normal of all polygon sharing the vertex as:</a:t>
            </a:r>
          </a:p>
          <a:p>
            <a:pPr marL="457200" lvl="0" indent="-228600"/>
            <a:endParaRPr lang="en-US"/>
          </a:p>
          <a:p>
            <a:pPr lvl="0"/>
            <a:endParaRPr lang="en-US"/>
          </a:p>
          <a:p>
            <a:pPr lvl="0"/>
            <a:endParaRPr lang="en-US"/>
          </a:p>
        </p:txBody>
      </p:sp>
      <p:pic>
        <p:nvPicPr>
          <p:cNvPr id="4" name="Picture 3">
            <a:extLst>
              <a:ext uri="{FF2B5EF4-FFF2-40B4-BE49-F238E27FC236}">
                <a16:creationId xmlns:a16="http://schemas.microsoft.com/office/drawing/2014/main" id="{E611B292-691C-49E6-B6B7-2BE053CF383C}"/>
              </a:ext>
            </a:extLst>
          </p:cNvPr>
          <p:cNvPicPr>
            <a:picLocks noChangeAspect="1"/>
          </p:cNvPicPr>
          <p:nvPr/>
        </p:nvPicPr>
        <p:blipFill>
          <a:blip r:embed="rId3">
            <a:lum/>
            <a:alphaModFix/>
          </a:blip>
          <a:srcRect/>
          <a:stretch>
            <a:fillRect/>
          </a:stretch>
        </p:blipFill>
        <p:spPr>
          <a:xfrm>
            <a:off x="5229720" y="1371959"/>
            <a:ext cx="4600079" cy="320004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page5">
    <p:spTree>
      <p:nvGrpSpPr>
        <p:cNvPr id="1" name=""/>
        <p:cNvGrpSpPr/>
        <p:nvPr/>
      </p:nvGrpSpPr>
      <p:grpSpPr>
        <a:xfrm>
          <a:off x="0" y="0"/>
          <a:ext cx="0" cy="0"/>
          <a:chOff x="0" y="0"/>
          <a:chExt cx="0" cy="0"/>
        </a:xfrm>
      </p:grpSpPr>
      <p:sp>
        <p:nvSpPr>
          <p:cNvPr id="6" name="Slide Number Placeholder 3">
            <a:extLst>
              <a:ext uri="{FF2B5EF4-FFF2-40B4-BE49-F238E27FC236}">
                <a16:creationId xmlns:a16="http://schemas.microsoft.com/office/drawing/2014/main" id="{FE057608-27BF-424F-A379-2C7C1B14F368}"/>
              </a:ext>
            </a:extLst>
          </p:cNvPr>
          <p:cNvSpPr>
            <a:spLocks noGrp="1"/>
          </p:cNvSpPr>
          <p:nvPr>
            <p:ph type="sldNum" sz="quarter" idx="12"/>
          </p:nvPr>
        </p:nvSpPr>
        <p:spPr/>
        <p:txBody>
          <a:bodyPr/>
          <a:lstStyle/>
          <a:p>
            <a:pPr lvl="0"/>
            <a:fld id="{A786DC15-1FB6-4819-93A7-F84F23B1D6DD}" type="slidenum">
              <a:t>5</a:t>
            </a:fld>
            <a:endParaRPr lang="en-US"/>
          </a:p>
        </p:txBody>
      </p:sp>
      <p:sp>
        <p:nvSpPr>
          <p:cNvPr id="2" name="Text Placeholder 1">
            <a:extLst>
              <a:ext uri="{FF2B5EF4-FFF2-40B4-BE49-F238E27FC236}">
                <a16:creationId xmlns:a16="http://schemas.microsoft.com/office/drawing/2014/main" id="{CA04123F-6E3E-4457-914A-85BBF9E9194B}"/>
              </a:ext>
            </a:extLst>
          </p:cNvPr>
          <p:cNvSpPr txBox="1">
            <a:spLocks noGrp="1"/>
          </p:cNvSpPr>
          <p:nvPr>
            <p:ph type="body" idx="4294967295"/>
          </p:nvPr>
        </p:nvSpPr>
        <p:spPr>
          <a:xfrm>
            <a:off x="1143000" y="685799"/>
            <a:ext cx="4343400" cy="3200400"/>
          </a:xfrm>
        </p:spPr>
        <p:txBody>
          <a:bodyPr vert="horz"/>
          <a:lstStyle/>
          <a:p>
            <a:pPr lvl="0">
              <a:buClr>
                <a:srgbClr val="FF6600"/>
              </a:buClr>
              <a:buSzPct val="45000"/>
              <a:buFont typeface="StarSymbol"/>
              <a:buChar char="●"/>
            </a:pPr>
            <a:r>
              <a:rPr lang="en-US"/>
              <a:t>V=[N1+N2+N3+N4]/|N1+N2+N3+N4|</a:t>
            </a:r>
          </a:p>
          <a:p>
            <a:pPr lvl="0">
              <a:buClr>
                <a:srgbClr val="FF6600"/>
              </a:buClr>
              <a:buSzPct val="45000"/>
              <a:buFont typeface="StarSymbol"/>
              <a:buChar char="●"/>
            </a:pPr>
            <a:r>
              <a:rPr lang="en-US"/>
              <a:t>Where, V is the normal vector at vertex sharing four surface.</a:t>
            </a:r>
          </a:p>
          <a:p>
            <a:pPr lvl="0">
              <a:buClr>
                <a:srgbClr val="FF6600"/>
              </a:buClr>
              <a:buSzPct val="45000"/>
              <a:buFont typeface="StarSymbol"/>
              <a:buChar char="●"/>
            </a:pPr>
            <a:endParaRPr lang="en-US"/>
          </a:p>
          <a:p>
            <a:pPr lvl="0">
              <a:buClr>
                <a:srgbClr val="FF6600"/>
              </a:buClr>
              <a:buSzPct val="45000"/>
              <a:buFont typeface="StarSymbol"/>
              <a:buChar char="●"/>
            </a:pPr>
            <a:r>
              <a:rPr lang="en-US"/>
              <a:t>Once the V is known , intensity at the vertex can be obtained from lighting model.</a:t>
            </a:r>
          </a:p>
          <a:p>
            <a:pPr lvl="0">
              <a:buClr>
                <a:srgbClr val="FF6600"/>
              </a:buClr>
              <a:buSzPct val="45000"/>
              <a:buFont typeface="StarSymbol"/>
              <a:buChar char="●"/>
            </a:pPr>
            <a:endParaRPr lang="en-US"/>
          </a:p>
        </p:txBody>
      </p:sp>
      <p:pic>
        <p:nvPicPr>
          <p:cNvPr id="3" name="Picture 2">
            <a:extLst>
              <a:ext uri="{FF2B5EF4-FFF2-40B4-BE49-F238E27FC236}">
                <a16:creationId xmlns:a16="http://schemas.microsoft.com/office/drawing/2014/main" id="{726B8BF9-A768-47F0-9B23-3C81C01D55F9}"/>
              </a:ext>
            </a:extLst>
          </p:cNvPr>
          <p:cNvPicPr>
            <a:picLocks noChangeAspect="1"/>
          </p:cNvPicPr>
          <p:nvPr/>
        </p:nvPicPr>
        <p:blipFill>
          <a:blip r:embed="rId3">
            <a:lum/>
            <a:alphaModFix/>
          </a:blip>
          <a:srcRect/>
          <a:stretch>
            <a:fillRect/>
          </a:stretch>
        </p:blipFill>
        <p:spPr>
          <a:xfrm>
            <a:off x="5715000" y="1371599"/>
            <a:ext cx="4114800" cy="320940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page6">
    <p:spTree>
      <p:nvGrpSpPr>
        <p:cNvPr id="1" name=""/>
        <p:cNvGrpSpPr/>
        <p:nvPr/>
      </p:nvGrpSpPr>
      <p:grpSpPr>
        <a:xfrm>
          <a:off x="0" y="0"/>
          <a:ext cx="0" cy="0"/>
          <a:chOff x="0" y="0"/>
          <a:chExt cx="0" cy="0"/>
        </a:xfrm>
      </p:grpSpPr>
      <p:sp>
        <p:nvSpPr>
          <p:cNvPr id="5" name="Slide Number Placeholder 3">
            <a:extLst>
              <a:ext uri="{FF2B5EF4-FFF2-40B4-BE49-F238E27FC236}">
                <a16:creationId xmlns:a16="http://schemas.microsoft.com/office/drawing/2014/main" id="{89B07A1B-974E-48B5-83BD-0D6F1D0C82BE}"/>
              </a:ext>
            </a:extLst>
          </p:cNvPr>
          <p:cNvSpPr>
            <a:spLocks noGrp="1"/>
          </p:cNvSpPr>
          <p:nvPr>
            <p:ph type="sldNum" sz="quarter" idx="12"/>
          </p:nvPr>
        </p:nvSpPr>
        <p:spPr/>
        <p:txBody>
          <a:bodyPr/>
          <a:lstStyle/>
          <a:p>
            <a:pPr lvl="0"/>
            <a:fld id="{A79222C0-D6BA-4BD8-A953-BEFBF39FAA1E}" type="slidenum">
              <a:t>6</a:t>
            </a:fld>
            <a:endParaRPr lang="en-US"/>
          </a:p>
        </p:txBody>
      </p:sp>
      <p:sp>
        <p:nvSpPr>
          <p:cNvPr id="2" name="Text Placeholder 1">
            <a:extLst>
              <a:ext uri="{FF2B5EF4-FFF2-40B4-BE49-F238E27FC236}">
                <a16:creationId xmlns:a16="http://schemas.microsoft.com/office/drawing/2014/main" id="{B7B1D387-898E-4936-9B5F-A2D6FC3C09F2}"/>
              </a:ext>
            </a:extLst>
          </p:cNvPr>
          <p:cNvSpPr txBox="1">
            <a:spLocks noGrp="1"/>
          </p:cNvSpPr>
          <p:nvPr>
            <p:ph type="body" idx="4294967295"/>
          </p:nvPr>
        </p:nvSpPr>
        <p:spPr>
          <a:xfrm>
            <a:off x="540000" y="685799"/>
            <a:ext cx="8146800" cy="4534200"/>
          </a:xfrm>
        </p:spPr>
        <p:txBody>
          <a:bodyPr vert="horz"/>
          <a:lstStyle/>
          <a:p>
            <a:pPr lvl="0"/>
            <a:r>
              <a:rPr lang="en-US"/>
              <a:t>In the above example, the vertex values and intensities of 1,2,3 are given. By linear interpolating, we can find the intensity at point 4 (by points 1 and 2) and at point 5 (by points 3 and 2)</a:t>
            </a:r>
          </a:p>
          <a:p>
            <a:pPr lvl="0"/>
            <a:endParaRPr lang="en-US"/>
          </a:p>
          <a:p>
            <a:pPr lvl="0">
              <a:buClr>
                <a:srgbClr val="FF6600"/>
              </a:buClr>
              <a:buSzPct val="45000"/>
              <a:buFont typeface="StarSymbol"/>
              <a:buChar char="●"/>
            </a:pPr>
            <a:r>
              <a:rPr lang="en-US"/>
              <a:t> I4 = (y4-y2/y1-y2)*I1 + (y1-y4/y1-y2)*I2</a:t>
            </a:r>
          </a:p>
          <a:p>
            <a:pPr lvl="0">
              <a:buClr>
                <a:srgbClr val="FF6600"/>
              </a:buClr>
              <a:buSzPct val="45000"/>
              <a:buFont typeface="StarSymbol"/>
              <a:buChar char="●"/>
            </a:pPr>
            <a:r>
              <a:rPr lang="en-US"/>
              <a:t>I5 = (y5-y2/y3-y2)*I3 + (y3-y5/y3-y2)*I2</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page7">
    <p:spTree>
      <p:nvGrpSpPr>
        <p:cNvPr id="1" name=""/>
        <p:cNvGrpSpPr/>
        <p:nvPr/>
      </p:nvGrpSpPr>
      <p:grpSpPr>
        <a:xfrm>
          <a:off x="0" y="0"/>
          <a:ext cx="0" cy="0"/>
          <a:chOff x="0" y="0"/>
          <a:chExt cx="0" cy="0"/>
        </a:xfrm>
      </p:grpSpPr>
      <p:sp>
        <p:nvSpPr>
          <p:cNvPr id="6" name="Slide Number Placeholder 3">
            <a:extLst>
              <a:ext uri="{FF2B5EF4-FFF2-40B4-BE49-F238E27FC236}">
                <a16:creationId xmlns:a16="http://schemas.microsoft.com/office/drawing/2014/main" id="{DB022C81-DEE9-4285-A7F8-F163166BBAAE}"/>
              </a:ext>
            </a:extLst>
          </p:cNvPr>
          <p:cNvSpPr>
            <a:spLocks noGrp="1"/>
          </p:cNvSpPr>
          <p:nvPr>
            <p:ph type="sldNum" sz="quarter" idx="12"/>
          </p:nvPr>
        </p:nvSpPr>
        <p:spPr/>
        <p:txBody>
          <a:bodyPr/>
          <a:lstStyle/>
          <a:p>
            <a:pPr lvl="0"/>
            <a:fld id="{F2ACFADD-03A7-4173-8376-18A7F69D10CB}" type="slidenum">
              <a:t>7</a:t>
            </a:fld>
            <a:endParaRPr lang="en-US"/>
          </a:p>
        </p:txBody>
      </p:sp>
      <p:sp>
        <p:nvSpPr>
          <p:cNvPr id="2" name="Text Placeholder 1">
            <a:extLst>
              <a:ext uri="{FF2B5EF4-FFF2-40B4-BE49-F238E27FC236}">
                <a16:creationId xmlns:a16="http://schemas.microsoft.com/office/drawing/2014/main" id="{5A0AB32F-88DA-424B-B01B-87B7166E0F22}"/>
              </a:ext>
            </a:extLst>
          </p:cNvPr>
          <p:cNvSpPr txBox="1">
            <a:spLocks noGrp="1"/>
          </p:cNvSpPr>
          <p:nvPr>
            <p:ph type="body" idx="4294967295"/>
          </p:nvPr>
        </p:nvSpPr>
        <p:spPr>
          <a:xfrm>
            <a:off x="914400" y="914400"/>
            <a:ext cx="4114800" cy="3200400"/>
          </a:xfrm>
        </p:spPr>
        <p:txBody>
          <a:bodyPr vert="horz"/>
          <a:lstStyle/>
          <a:p>
            <a:pPr lvl="0">
              <a:buClr>
                <a:srgbClr val="FF6600"/>
              </a:buClr>
              <a:buSzPct val="45000"/>
              <a:buFont typeface="StarSymbol"/>
              <a:buChar char="●"/>
            </a:pPr>
            <a:r>
              <a:rPr lang="en-US"/>
              <a:t>I1 intensity at vertex 1</a:t>
            </a:r>
          </a:p>
          <a:p>
            <a:pPr lvl="0">
              <a:buClr>
                <a:srgbClr val="FF6600"/>
              </a:buClr>
              <a:buSzPct val="45000"/>
              <a:buFont typeface="StarSymbol"/>
              <a:buChar char="●"/>
            </a:pPr>
            <a:r>
              <a:rPr lang="en-US"/>
              <a:t>I2 intensity at vertex 2</a:t>
            </a:r>
          </a:p>
          <a:p>
            <a:pPr lvl="0">
              <a:buClr>
                <a:srgbClr val="FF6600"/>
              </a:buClr>
              <a:buSzPct val="45000"/>
              <a:buFont typeface="StarSymbol"/>
              <a:buChar char="●"/>
            </a:pPr>
            <a:r>
              <a:rPr lang="en-US"/>
              <a:t>I3 intensity at vertex 3</a:t>
            </a:r>
          </a:p>
          <a:p>
            <a:pPr lvl="0">
              <a:buClr>
                <a:srgbClr val="FF6600"/>
              </a:buClr>
              <a:buSzPct val="45000"/>
              <a:buFont typeface="StarSymbol"/>
              <a:buChar char="●"/>
            </a:pPr>
            <a:r>
              <a:rPr lang="en-US"/>
              <a:t>I4 intensity at vertex 4</a:t>
            </a:r>
          </a:p>
          <a:p>
            <a:pPr lvl="0">
              <a:buClr>
                <a:srgbClr val="FF6600"/>
              </a:buClr>
              <a:buSzPct val="45000"/>
              <a:buFont typeface="StarSymbol"/>
              <a:buChar char="●"/>
            </a:pPr>
            <a:r>
              <a:rPr lang="en-US"/>
              <a:t>I5 intensity at vertex 5</a:t>
            </a:r>
          </a:p>
          <a:p>
            <a:pPr lvl="0">
              <a:buClr>
                <a:srgbClr val="FF6600"/>
              </a:buClr>
              <a:buSzPct val="45000"/>
              <a:buFont typeface="StarSymbol"/>
              <a:buChar char="●"/>
            </a:pPr>
            <a:endParaRPr lang="en-US"/>
          </a:p>
        </p:txBody>
      </p:sp>
      <p:pic>
        <p:nvPicPr>
          <p:cNvPr id="3" name="Picture 2">
            <a:extLst>
              <a:ext uri="{FF2B5EF4-FFF2-40B4-BE49-F238E27FC236}">
                <a16:creationId xmlns:a16="http://schemas.microsoft.com/office/drawing/2014/main" id="{11506E88-7B7D-4DDF-9DDE-F0E53FAE4306}"/>
              </a:ext>
            </a:extLst>
          </p:cNvPr>
          <p:cNvPicPr>
            <a:picLocks noChangeAspect="1"/>
          </p:cNvPicPr>
          <p:nvPr/>
        </p:nvPicPr>
        <p:blipFill>
          <a:blip r:embed="rId3">
            <a:lum/>
            <a:alphaModFix/>
          </a:blip>
          <a:srcRect/>
          <a:stretch>
            <a:fillRect/>
          </a:stretch>
        </p:blipFill>
        <p:spPr>
          <a:xfrm>
            <a:off x="5654160" y="914400"/>
            <a:ext cx="3947040" cy="297180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page8">
    <p:spTree>
      <p:nvGrpSpPr>
        <p:cNvPr id="1" name=""/>
        <p:cNvGrpSpPr/>
        <p:nvPr/>
      </p:nvGrpSpPr>
      <p:grpSpPr>
        <a:xfrm>
          <a:off x="0" y="0"/>
          <a:ext cx="0" cy="0"/>
          <a:chOff x="0" y="0"/>
          <a:chExt cx="0" cy="0"/>
        </a:xfrm>
      </p:grpSpPr>
      <p:sp>
        <p:nvSpPr>
          <p:cNvPr id="5" name="Slide Number Placeholder 3">
            <a:extLst>
              <a:ext uri="{FF2B5EF4-FFF2-40B4-BE49-F238E27FC236}">
                <a16:creationId xmlns:a16="http://schemas.microsoft.com/office/drawing/2014/main" id="{F2BBD79D-5A66-49A7-9D49-FFA4E91E46C6}"/>
              </a:ext>
            </a:extLst>
          </p:cNvPr>
          <p:cNvSpPr>
            <a:spLocks noGrp="1"/>
          </p:cNvSpPr>
          <p:nvPr>
            <p:ph type="sldNum" sz="quarter" idx="12"/>
          </p:nvPr>
        </p:nvSpPr>
        <p:spPr/>
        <p:txBody>
          <a:bodyPr/>
          <a:lstStyle/>
          <a:p>
            <a:pPr lvl="0"/>
            <a:fld id="{AD319CE2-7C01-42F0-8A84-D925DF36A01F}" type="slidenum">
              <a:t>8</a:t>
            </a:fld>
            <a:endParaRPr lang="en-US"/>
          </a:p>
        </p:txBody>
      </p:sp>
      <p:sp>
        <p:nvSpPr>
          <p:cNvPr id="2" name="Text Placeholder 1">
            <a:extLst>
              <a:ext uri="{FF2B5EF4-FFF2-40B4-BE49-F238E27FC236}">
                <a16:creationId xmlns:a16="http://schemas.microsoft.com/office/drawing/2014/main" id="{25B1681C-B506-4919-AC20-D75DAC5E8810}"/>
              </a:ext>
            </a:extLst>
          </p:cNvPr>
          <p:cNvSpPr txBox="1">
            <a:spLocks noGrp="1"/>
          </p:cNvSpPr>
          <p:nvPr>
            <p:ph type="body" idx="4294967295"/>
          </p:nvPr>
        </p:nvSpPr>
        <p:spPr>
          <a:xfrm>
            <a:off x="768599" y="1143000"/>
            <a:ext cx="7689600" cy="2971800"/>
          </a:xfrm>
        </p:spPr>
        <p:txBody>
          <a:bodyPr vert="horz"/>
          <a:lstStyle/>
          <a:p>
            <a:pPr lvl="0"/>
            <a:r>
              <a:rPr lang="en-US"/>
              <a:t>Now we can able to find the intensity at point p (by points 4 and 5)</a:t>
            </a:r>
          </a:p>
          <a:p>
            <a:pPr lvl="0">
              <a:buClr>
                <a:srgbClr val="FF6600"/>
              </a:buClr>
              <a:buSzPct val="45000"/>
              <a:buFont typeface="StarSymbol"/>
              <a:buChar char="●"/>
            </a:pPr>
            <a:r>
              <a:rPr lang="en-US"/>
              <a:t>Ip = (X5-Xp/X5-X4)*I4 + (Xp-X4/X5-X4)*I5</a:t>
            </a:r>
          </a:p>
          <a:p>
            <a:pPr lvl="0">
              <a:buClr>
                <a:srgbClr val="FF6600"/>
              </a:buClr>
              <a:buSzPct val="45000"/>
              <a:buFont typeface="StarSymbol"/>
              <a:buChar char="●"/>
            </a:pPr>
            <a:r>
              <a:rPr lang="en-US"/>
              <a:t>And now we are taking y-1 as our next scanline.</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page9">
    <p:spTree>
      <p:nvGrpSpPr>
        <p:cNvPr id="1" name=""/>
        <p:cNvGrpSpPr/>
        <p:nvPr/>
      </p:nvGrpSpPr>
      <p:grpSpPr>
        <a:xfrm>
          <a:off x="0" y="0"/>
          <a:ext cx="0" cy="0"/>
          <a:chOff x="0" y="0"/>
          <a:chExt cx="0" cy="0"/>
        </a:xfrm>
      </p:grpSpPr>
      <p:sp>
        <p:nvSpPr>
          <p:cNvPr id="5" name="Slide Number Placeholder 3">
            <a:extLst>
              <a:ext uri="{FF2B5EF4-FFF2-40B4-BE49-F238E27FC236}">
                <a16:creationId xmlns:a16="http://schemas.microsoft.com/office/drawing/2014/main" id="{EE4DFFA3-2899-44D3-A73E-82F5B99D2FDA}"/>
              </a:ext>
            </a:extLst>
          </p:cNvPr>
          <p:cNvSpPr>
            <a:spLocks noGrp="1"/>
          </p:cNvSpPr>
          <p:nvPr>
            <p:ph type="sldNum" sz="quarter" idx="12"/>
          </p:nvPr>
        </p:nvSpPr>
        <p:spPr/>
        <p:txBody>
          <a:bodyPr/>
          <a:lstStyle/>
          <a:p>
            <a:pPr lvl="0"/>
            <a:fld id="{33132ABC-3E4F-430A-A6D9-B2A097FBDE52}" type="slidenum">
              <a:t>9</a:t>
            </a:fld>
            <a:endParaRPr lang="en-US"/>
          </a:p>
        </p:txBody>
      </p:sp>
      <p:sp>
        <p:nvSpPr>
          <p:cNvPr id="2" name="Text Placeholder 1">
            <a:extLst>
              <a:ext uri="{FF2B5EF4-FFF2-40B4-BE49-F238E27FC236}">
                <a16:creationId xmlns:a16="http://schemas.microsoft.com/office/drawing/2014/main" id="{F19BC31E-4C8E-488A-8C4E-7BD200A3ED33}"/>
              </a:ext>
            </a:extLst>
          </p:cNvPr>
          <p:cNvSpPr txBox="1">
            <a:spLocks noGrp="1"/>
          </p:cNvSpPr>
          <p:nvPr>
            <p:ph type="body" idx="4294967295"/>
          </p:nvPr>
        </p:nvSpPr>
        <p:spPr>
          <a:xfrm>
            <a:off x="1371599" y="495000"/>
            <a:ext cx="7086600" cy="4077000"/>
          </a:xfrm>
        </p:spPr>
        <p:txBody>
          <a:bodyPr vert="horz"/>
          <a:lstStyle/>
          <a:p>
            <a:pPr lvl="0">
              <a:buClr>
                <a:srgbClr val="FF6600"/>
              </a:buClr>
              <a:buSzPct val="45000"/>
              <a:buFont typeface="StarSymbol"/>
              <a:buChar char="●"/>
            </a:pPr>
            <a:r>
              <a:rPr lang="en-US"/>
              <a:t>Then the incremental calculation are used to obtain successive edge intensity values between scanlines as:</a:t>
            </a:r>
          </a:p>
          <a:p>
            <a:pPr lvl="0">
              <a:buClr>
                <a:srgbClr val="FF6600"/>
              </a:buClr>
              <a:buSzPct val="45000"/>
              <a:buFont typeface="StarSymbol"/>
              <a:buChar char="●"/>
            </a:pPr>
            <a:r>
              <a:rPr lang="en-US"/>
              <a:t>I=(y-y2)/(y1-y2)I1 + (y1-y)/(y1-y2)I2</a:t>
            </a:r>
          </a:p>
          <a:p>
            <a:pPr lvl="0">
              <a:buClr>
                <a:srgbClr val="FF6600"/>
              </a:buClr>
              <a:buSzPct val="45000"/>
              <a:buFont typeface="StarSymbol"/>
              <a:buChar char="●"/>
            </a:pPr>
            <a:r>
              <a:rPr lang="en-US"/>
              <a:t>Then we can obtain the intensity along this edge for next scan line at y-1 poaition as:</a:t>
            </a:r>
          </a:p>
          <a:p>
            <a:pPr lvl="0">
              <a:buClr>
                <a:srgbClr val="FF6600"/>
              </a:buClr>
              <a:buSzPct val="45000"/>
              <a:buFont typeface="StarSymbol"/>
              <a:buChar char="●"/>
            </a:pPr>
            <a:r>
              <a:rPr lang="en-US"/>
              <a:t>I’ = I + ((I2-I1)/y1-y1)</a:t>
            </a:r>
          </a:p>
          <a:p>
            <a:pPr lvl="0">
              <a:buClr>
                <a:srgbClr val="FF6600"/>
              </a:buClr>
              <a:buSzPct val="45000"/>
              <a:buFont typeface="StarSymbol"/>
              <a:buChar char="●"/>
            </a:pPr>
            <a:r>
              <a:rPr lang="en-US"/>
              <a:t>Simliarly, calculations are made to obtain intensity successive horizontal ppixel.</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page10">
    <p:spTree>
      <p:nvGrpSpPr>
        <p:cNvPr id="1" name=""/>
        <p:cNvGrpSpPr/>
        <p:nvPr/>
      </p:nvGrpSpPr>
      <p:grpSpPr>
        <a:xfrm>
          <a:off x="0" y="0"/>
          <a:ext cx="0" cy="0"/>
          <a:chOff x="0" y="0"/>
          <a:chExt cx="0" cy="0"/>
        </a:xfrm>
      </p:grpSpPr>
      <p:sp>
        <p:nvSpPr>
          <p:cNvPr id="6" name="Slide Number Placeholder 3">
            <a:extLst>
              <a:ext uri="{FF2B5EF4-FFF2-40B4-BE49-F238E27FC236}">
                <a16:creationId xmlns:a16="http://schemas.microsoft.com/office/drawing/2014/main" id="{6F101A97-77C3-4342-A33A-299F72FC496E}"/>
              </a:ext>
            </a:extLst>
          </p:cNvPr>
          <p:cNvSpPr>
            <a:spLocks noGrp="1"/>
          </p:cNvSpPr>
          <p:nvPr>
            <p:ph type="sldNum" sz="quarter" idx="12"/>
          </p:nvPr>
        </p:nvSpPr>
        <p:spPr/>
        <p:txBody>
          <a:bodyPr/>
          <a:lstStyle/>
          <a:p>
            <a:pPr lvl="0"/>
            <a:fld id="{E88280F0-71F7-4C4A-BBAF-9B2BDE331F13}" type="slidenum">
              <a:t>10</a:t>
            </a:fld>
            <a:endParaRPr lang="en-US"/>
          </a:p>
        </p:txBody>
      </p:sp>
      <p:sp>
        <p:nvSpPr>
          <p:cNvPr id="2" name="Title 1">
            <a:extLst>
              <a:ext uri="{FF2B5EF4-FFF2-40B4-BE49-F238E27FC236}">
                <a16:creationId xmlns:a16="http://schemas.microsoft.com/office/drawing/2014/main" id="{ECC0BF73-FEA9-4EE6-8122-5BB4A81FBF4A}"/>
              </a:ext>
            </a:extLst>
          </p:cNvPr>
          <p:cNvSpPr txBox="1">
            <a:spLocks noGrp="1"/>
          </p:cNvSpPr>
          <p:nvPr>
            <p:ph type="title" idx="4294967295"/>
          </p:nvPr>
        </p:nvSpPr>
        <p:spPr/>
        <p:txBody>
          <a:bodyPr vert="horz"/>
          <a:lstStyle/>
          <a:p>
            <a:pPr lvl="0"/>
            <a:r>
              <a:rPr lang="en-US"/>
              <a:t>Advantages of Gouraud Shading</a:t>
            </a:r>
          </a:p>
        </p:txBody>
      </p:sp>
      <p:sp>
        <p:nvSpPr>
          <p:cNvPr id="3" name="Text Placeholder 2">
            <a:extLst>
              <a:ext uri="{FF2B5EF4-FFF2-40B4-BE49-F238E27FC236}">
                <a16:creationId xmlns:a16="http://schemas.microsoft.com/office/drawing/2014/main" id="{4837666F-87F3-4FAA-BA63-107450550AFD}"/>
              </a:ext>
            </a:extLst>
          </p:cNvPr>
          <p:cNvSpPr txBox="1">
            <a:spLocks noGrp="1"/>
          </p:cNvSpPr>
          <p:nvPr>
            <p:ph type="body" idx="4294967295"/>
          </p:nvPr>
        </p:nvSpPr>
        <p:spPr>
          <a:xfrm>
            <a:off x="685799" y="1260000"/>
            <a:ext cx="8857440" cy="3960000"/>
          </a:xfrm>
        </p:spPr>
        <p:txBody>
          <a:bodyPr vert="horz"/>
          <a:lstStyle/>
          <a:p>
            <a:pPr lvl="0">
              <a:buClr>
                <a:srgbClr val="FF6600"/>
              </a:buClr>
              <a:buSzPct val="45000"/>
              <a:buFont typeface="StarSymbol"/>
              <a:buChar char="●"/>
            </a:pPr>
            <a:r>
              <a:rPr lang="en-US"/>
              <a:t>Gouraud shading discards the intensity discontinuities associated with the constant shading model.</a:t>
            </a:r>
          </a:p>
          <a:p>
            <a:pPr lvl="0">
              <a:buClr>
                <a:srgbClr val="FF6600"/>
              </a:buClr>
              <a:buSzPct val="45000"/>
              <a:buFont typeface="StarSymbol"/>
              <a:buChar char="●"/>
            </a:pPr>
            <a:r>
              <a:rPr lang="en-US"/>
              <a:t>Linear intensity interpolation can cause bright or dark intensity streaks, called match bands, to appear on the surface.</a:t>
            </a:r>
          </a:p>
          <a:p>
            <a:pPr lvl="0">
              <a:buClr>
                <a:srgbClr val="FF6600"/>
              </a:buClr>
              <a:buSzPct val="45000"/>
              <a:buFont typeface="StarSymbol"/>
              <a:buChar char="●"/>
            </a:pPr>
            <a:r>
              <a:rPr lang="en-US"/>
              <a:t>The match band effect can decrease by dividing the surface into a higher no of polygon faces or by using other methods such as Phong shading which requires more calculations .</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page11">
    <p:spTree>
      <p:nvGrpSpPr>
        <p:cNvPr id="1" name=""/>
        <p:cNvGrpSpPr/>
        <p:nvPr/>
      </p:nvGrpSpPr>
      <p:grpSpPr>
        <a:xfrm>
          <a:off x="0" y="0"/>
          <a:ext cx="0" cy="0"/>
          <a:chOff x="0" y="0"/>
          <a:chExt cx="0" cy="0"/>
        </a:xfrm>
      </p:grpSpPr>
      <p:sp>
        <p:nvSpPr>
          <p:cNvPr id="6" name="Slide Number Placeholder 3">
            <a:extLst>
              <a:ext uri="{FF2B5EF4-FFF2-40B4-BE49-F238E27FC236}">
                <a16:creationId xmlns:a16="http://schemas.microsoft.com/office/drawing/2014/main" id="{4D5BE53E-FB83-438C-8938-A6E85CBD2BC2}"/>
              </a:ext>
            </a:extLst>
          </p:cNvPr>
          <p:cNvSpPr>
            <a:spLocks noGrp="1"/>
          </p:cNvSpPr>
          <p:nvPr>
            <p:ph type="sldNum" sz="quarter" idx="12"/>
          </p:nvPr>
        </p:nvSpPr>
        <p:spPr/>
        <p:txBody>
          <a:bodyPr/>
          <a:lstStyle/>
          <a:p>
            <a:pPr lvl="0"/>
            <a:fld id="{59439265-3481-49CD-9F74-D99806B8E876}" type="slidenum">
              <a:t>11</a:t>
            </a:fld>
            <a:endParaRPr lang="en-US"/>
          </a:p>
        </p:txBody>
      </p:sp>
      <p:sp>
        <p:nvSpPr>
          <p:cNvPr id="2" name="Title 1">
            <a:extLst>
              <a:ext uri="{FF2B5EF4-FFF2-40B4-BE49-F238E27FC236}">
                <a16:creationId xmlns:a16="http://schemas.microsoft.com/office/drawing/2014/main" id="{FE81B8ED-4505-4B3C-97B5-64AA078A485E}"/>
              </a:ext>
            </a:extLst>
          </p:cNvPr>
          <p:cNvSpPr txBox="1">
            <a:spLocks noGrp="1"/>
          </p:cNvSpPr>
          <p:nvPr>
            <p:ph type="title" idx="4294967295"/>
          </p:nvPr>
        </p:nvSpPr>
        <p:spPr/>
        <p:txBody>
          <a:bodyPr vert="horz"/>
          <a:lstStyle/>
          <a:p>
            <a:pPr lvl="0"/>
            <a:r>
              <a:rPr lang="en-US"/>
              <a:t>Disadvantage of Gouraud shading</a:t>
            </a:r>
          </a:p>
        </p:txBody>
      </p:sp>
      <p:sp>
        <p:nvSpPr>
          <p:cNvPr id="3" name="Text Placeholder 2">
            <a:extLst>
              <a:ext uri="{FF2B5EF4-FFF2-40B4-BE49-F238E27FC236}">
                <a16:creationId xmlns:a16="http://schemas.microsoft.com/office/drawing/2014/main" id="{4D53617A-60C9-492D-BBE0-AA6909505898}"/>
              </a:ext>
            </a:extLst>
          </p:cNvPr>
          <p:cNvSpPr txBox="1">
            <a:spLocks noGrp="1"/>
          </p:cNvSpPr>
          <p:nvPr>
            <p:ph type="body" idx="4294967295"/>
          </p:nvPr>
        </p:nvSpPr>
        <p:spPr>
          <a:xfrm>
            <a:off x="540000" y="840599"/>
            <a:ext cx="8375399" cy="3960000"/>
          </a:xfrm>
        </p:spPr>
        <p:txBody>
          <a:bodyPr vert="horz"/>
          <a:lstStyle/>
          <a:p>
            <a:pPr lvl="0">
              <a:buClr>
                <a:srgbClr val="FF6600"/>
              </a:buClr>
              <a:buSzPct val="45000"/>
              <a:buFont typeface="StarSymbol"/>
              <a:buChar char="●"/>
            </a:pPr>
            <a:r>
              <a:rPr lang="en-US"/>
              <a:t>Highlights on the surface are sometimes displayed with anomalous shapes.</a:t>
            </a:r>
          </a:p>
          <a:p>
            <a:pPr lvl="0">
              <a:buClr>
                <a:srgbClr val="FF6600"/>
              </a:buClr>
              <a:buSzPct val="45000"/>
              <a:buFont typeface="StarSymbol"/>
              <a:buChar char="●"/>
            </a:pPr>
            <a:r>
              <a:rPr lang="en-US"/>
              <a:t>The linear intensity interpolation can result bright or dark intensity streaks to appear on the surface. These bright or dark intensity streaks, are called Mach bands. The mach band effect can be reduced by breaking the surface into a greater number of smaller polygons.</a:t>
            </a:r>
          </a:p>
          <a:p>
            <a:pPr lvl="0">
              <a:buClr>
                <a:srgbClr val="FF6600"/>
              </a:buClr>
              <a:buSzPct val="45000"/>
              <a:buFont typeface="StarSymbol"/>
              <a:buChar char="●"/>
            </a:pPr>
            <a:r>
              <a:rPr lang="en-US"/>
              <a:t>Sharp drop of intensity values on the polygon surface can not be displayed.</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page12">
    <p:spTree>
      <p:nvGrpSpPr>
        <p:cNvPr id="1" name=""/>
        <p:cNvGrpSpPr/>
        <p:nvPr/>
      </p:nvGrpSpPr>
      <p:grpSpPr>
        <a:xfrm>
          <a:off x="0" y="0"/>
          <a:ext cx="0" cy="0"/>
          <a:chOff x="0" y="0"/>
          <a:chExt cx="0" cy="0"/>
        </a:xfrm>
      </p:grpSpPr>
      <p:sp>
        <p:nvSpPr>
          <p:cNvPr id="5" name="Slide Number Placeholder 3">
            <a:extLst>
              <a:ext uri="{FF2B5EF4-FFF2-40B4-BE49-F238E27FC236}">
                <a16:creationId xmlns:a16="http://schemas.microsoft.com/office/drawing/2014/main" id="{589CB63C-28B8-48D7-A859-A81FB167DDD8}"/>
              </a:ext>
            </a:extLst>
          </p:cNvPr>
          <p:cNvSpPr>
            <a:spLocks noGrp="1"/>
          </p:cNvSpPr>
          <p:nvPr>
            <p:ph type="sldNum" sz="quarter" idx="12"/>
          </p:nvPr>
        </p:nvSpPr>
        <p:spPr/>
        <p:txBody>
          <a:bodyPr/>
          <a:lstStyle/>
          <a:p>
            <a:pPr lvl="0"/>
            <a:fld id="{4494671B-0081-49CB-8AD1-9C4EE7AAA497}" type="slidenum">
              <a:t>12</a:t>
            </a:fld>
            <a:endParaRPr lang="en-US"/>
          </a:p>
        </p:txBody>
      </p:sp>
      <p:pic>
        <p:nvPicPr>
          <p:cNvPr id="2" name="Picture 1">
            <a:extLst>
              <a:ext uri="{FF2B5EF4-FFF2-40B4-BE49-F238E27FC236}">
                <a16:creationId xmlns:a16="http://schemas.microsoft.com/office/drawing/2014/main" id="{AAA5F435-65D2-46E4-9D66-41E54319CF1A}"/>
              </a:ext>
            </a:extLst>
          </p:cNvPr>
          <p:cNvPicPr>
            <a:picLocks noChangeAspect="1"/>
          </p:cNvPicPr>
          <p:nvPr/>
        </p:nvPicPr>
        <p:blipFill>
          <a:blip r:embed="rId3">
            <a:lum/>
            <a:alphaModFix/>
          </a:blip>
          <a:srcRect/>
          <a:stretch>
            <a:fillRect/>
          </a:stretch>
        </p:blipFill>
        <p:spPr>
          <a:xfrm>
            <a:off x="657720" y="1275120"/>
            <a:ext cx="8943480" cy="261108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page13">
    <p:spTree>
      <p:nvGrpSpPr>
        <p:cNvPr id="1" name=""/>
        <p:cNvGrpSpPr/>
        <p:nvPr/>
      </p:nvGrpSpPr>
      <p:grpSpPr>
        <a:xfrm>
          <a:off x="0" y="0"/>
          <a:ext cx="0" cy="0"/>
          <a:chOff x="0" y="0"/>
          <a:chExt cx="0" cy="0"/>
        </a:xfrm>
      </p:grpSpPr>
      <p:sp>
        <p:nvSpPr>
          <p:cNvPr id="6" name="Slide Number Placeholder 3">
            <a:extLst>
              <a:ext uri="{FF2B5EF4-FFF2-40B4-BE49-F238E27FC236}">
                <a16:creationId xmlns:a16="http://schemas.microsoft.com/office/drawing/2014/main" id="{5A01278E-6E7B-4240-ACCF-33F9F191B1DA}"/>
              </a:ext>
            </a:extLst>
          </p:cNvPr>
          <p:cNvSpPr>
            <a:spLocks noGrp="1"/>
          </p:cNvSpPr>
          <p:nvPr>
            <p:ph type="sldNum" sz="quarter" idx="12"/>
          </p:nvPr>
        </p:nvSpPr>
        <p:spPr/>
        <p:txBody>
          <a:bodyPr/>
          <a:lstStyle/>
          <a:p>
            <a:pPr lvl="0"/>
            <a:fld id="{F97927F6-BCC7-4751-BA91-90C6DB793C28}" type="slidenum">
              <a:t>13</a:t>
            </a:fld>
            <a:endParaRPr lang="en-US"/>
          </a:p>
        </p:txBody>
      </p:sp>
      <p:sp>
        <p:nvSpPr>
          <p:cNvPr id="2" name="Title 1">
            <a:extLst>
              <a:ext uri="{FF2B5EF4-FFF2-40B4-BE49-F238E27FC236}">
                <a16:creationId xmlns:a16="http://schemas.microsoft.com/office/drawing/2014/main" id="{B61F6806-81F3-4CCF-AB6E-BA67BECF7D7B}"/>
              </a:ext>
            </a:extLst>
          </p:cNvPr>
          <p:cNvSpPr txBox="1">
            <a:spLocks noGrp="1"/>
          </p:cNvSpPr>
          <p:nvPr>
            <p:ph type="title" idx="4294967295"/>
          </p:nvPr>
        </p:nvSpPr>
        <p:spPr/>
        <p:txBody>
          <a:bodyPr vert="horz"/>
          <a:lstStyle/>
          <a:p>
            <a:pPr lvl="0"/>
            <a:r>
              <a:rPr lang="en-US"/>
              <a:t>2. Phong Shading</a:t>
            </a:r>
          </a:p>
        </p:txBody>
      </p:sp>
      <p:sp>
        <p:nvSpPr>
          <p:cNvPr id="3" name="Text Placeholder 2">
            <a:extLst>
              <a:ext uri="{FF2B5EF4-FFF2-40B4-BE49-F238E27FC236}">
                <a16:creationId xmlns:a16="http://schemas.microsoft.com/office/drawing/2014/main" id="{FBA97BC4-8455-493C-8FFD-34B7377CD530}"/>
              </a:ext>
            </a:extLst>
          </p:cNvPr>
          <p:cNvSpPr txBox="1">
            <a:spLocks noGrp="1"/>
          </p:cNvSpPr>
          <p:nvPr>
            <p:ph type="body" idx="4294967295"/>
          </p:nvPr>
        </p:nvSpPr>
        <p:spPr>
          <a:xfrm>
            <a:off x="1371599" y="1297800"/>
            <a:ext cx="6858000" cy="2588400"/>
          </a:xfrm>
        </p:spPr>
        <p:txBody>
          <a:bodyPr vert="horz"/>
          <a:lstStyle/>
          <a:p>
            <a:pPr lvl="0">
              <a:buClr>
                <a:srgbClr val="FF6600"/>
              </a:buClr>
              <a:buSzPct val="45000"/>
              <a:buFont typeface="StarSymbol"/>
              <a:buChar char="●"/>
            </a:pPr>
            <a:r>
              <a:rPr lang="en-US"/>
              <a:t>Phong shading is a more accurate interpolation-based approach that can be used for rendering a polygon. It was developed by Phong Bui Tuong.It improves upon the Gourand Shading and provides a better approximation of the shading of any smooth surface. It interpolates the normal vector instead of the intensity values.</a:t>
            </a:r>
          </a:p>
          <a:p>
            <a:pPr lvl="0">
              <a:buClr>
                <a:srgbClr val="FF6600"/>
              </a:buClr>
              <a:buSzPct val="45000"/>
              <a:buFont typeface="StarSymbol"/>
              <a:buChar char="●"/>
            </a:pPr>
            <a:endParaRPr lang="en-US"/>
          </a:p>
          <a:p>
            <a:pPr lvl="0">
              <a:buClr>
                <a:srgbClr val="FF6600"/>
              </a:buClr>
              <a:buSzPct val="45000"/>
              <a:buFont typeface="StarSymbol"/>
              <a:buChar char="●"/>
            </a:pPr>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page14">
    <p:spTree>
      <p:nvGrpSpPr>
        <p:cNvPr id="1" name=""/>
        <p:cNvGrpSpPr/>
        <p:nvPr/>
      </p:nvGrpSpPr>
      <p:grpSpPr>
        <a:xfrm>
          <a:off x="0" y="0"/>
          <a:ext cx="0" cy="0"/>
          <a:chOff x="0" y="0"/>
          <a:chExt cx="0" cy="0"/>
        </a:xfrm>
      </p:grpSpPr>
      <p:sp>
        <p:nvSpPr>
          <p:cNvPr id="5" name="Slide Number Placeholder 3">
            <a:extLst>
              <a:ext uri="{FF2B5EF4-FFF2-40B4-BE49-F238E27FC236}">
                <a16:creationId xmlns:a16="http://schemas.microsoft.com/office/drawing/2014/main" id="{982ADBF8-32B8-41ED-B7A7-C51ED761922E}"/>
              </a:ext>
            </a:extLst>
          </p:cNvPr>
          <p:cNvSpPr>
            <a:spLocks noGrp="1"/>
          </p:cNvSpPr>
          <p:nvPr>
            <p:ph type="sldNum" sz="quarter" idx="12"/>
          </p:nvPr>
        </p:nvSpPr>
        <p:spPr/>
        <p:txBody>
          <a:bodyPr/>
          <a:lstStyle/>
          <a:p>
            <a:pPr lvl="0"/>
            <a:fld id="{A0475008-D4AE-4FA1-9ABA-89CE9E5EFAB4}" type="slidenum">
              <a:t>14</a:t>
            </a:fld>
            <a:endParaRPr lang="en-US"/>
          </a:p>
        </p:txBody>
      </p:sp>
      <p:sp>
        <p:nvSpPr>
          <p:cNvPr id="2" name="Text Placeholder 1">
            <a:extLst>
              <a:ext uri="{FF2B5EF4-FFF2-40B4-BE49-F238E27FC236}">
                <a16:creationId xmlns:a16="http://schemas.microsoft.com/office/drawing/2014/main" id="{70BD5976-893F-4FF3-8BE2-0F1C74A84E03}"/>
              </a:ext>
            </a:extLst>
          </p:cNvPr>
          <p:cNvSpPr txBox="1">
            <a:spLocks noGrp="1"/>
          </p:cNvSpPr>
          <p:nvPr>
            <p:ph type="body" idx="4294967295"/>
          </p:nvPr>
        </p:nvSpPr>
        <p:spPr>
          <a:xfrm>
            <a:off x="540000" y="685799"/>
            <a:ext cx="8375399" cy="4534200"/>
          </a:xfrm>
        </p:spPr>
        <p:txBody>
          <a:bodyPr vert="horz"/>
          <a:lstStyle/>
          <a:p>
            <a:pPr lvl="0">
              <a:buClr>
                <a:srgbClr val="FF6600"/>
              </a:buClr>
              <a:buSzPct val="45000"/>
              <a:buFont typeface="StarSymbol"/>
              <a:buChar char="●"/>
            </a:pPr>
            <a:r>
              <a:rPr lang="en-US"/>
              <a:t>Surface rendering is done with the help of Phong shading in the following manner:</a:t>
            </a:r>
          </a:p>
          <a:p>
            <a:pPr lvl="0">
              <a:buClr>
                <a:srgbClr val="FF6600"/>
              </a:buClr>
              <a:buSzPct val="45000"/>
              <a:buFont typeface="StarSymbol"/>
              <a:buChar char="●"/>
            </a:pPr>
            <a:r>
              <a:rPr lang="en-US"/>
              <a:t>Determine the average unit normal vector at each polygon vertex.</a:t>
            </a:r>
          </a:p>
          <a:p>
            <a:pPr lvl="0">
              <a:buClr>
                <a:srgbClr val="FF6600"/>
              </a:buClr>
              <a:buSzPct val="45000"/>
              <a:buFont typeface="StarSymbol"/>
              <a:buChar char="●"/>
            </a:pPr>
            <a:r>
              <a:rPr lang="en-US"/>
              <a:t>              So, for n polygons =&gt; summation of Ni/ | summation of Ni | (where i is initialized from 1 to N)</a:t>
            </a:r>
          </a:p>
          <a:p>
            <a:pPr lvl="0">
              <a:buClr>
                <a:srgbClr val="FF6600"/>
              </a:buClr>
              <a:buSzPct val="45000"/>
              <a:buFont typeface="StarSymbol"/>
              <a:buChar char="●"/>
            </a:pPr>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page15">
    <p:spTree>
      <p:nvGrpSpPr>
        <p:cNvPr id="1" name=""/>
        <p:cNvGrpSpPr/>
        <p:nvPr/>
      </p:nvGrpSpPr>
      <p:grpSpPr>
        <a:xfrm>
          <a:off x="0" y="0"/>
          <a:ext cx="0" cy="0"/>
          <a:chOff x="0" y="0"/>
          <a:chExt cx="0" cy="0"/>
        </a:xfrm>
      </p:grpSpPr>
      <p:sp>
        <p:nvSpPr>
          <p:cNvPr id="6" name="Slide Number Placeholder 3">
            <a:extLst>
              <a:ext uri="{FF2B5EF4-FFF2-40B4-BE49-F238E27FC236}">
                <a16:creationId xmlns:a16="http://schemas.microsoft.com/office/drawing/2014/main" id="{0C1CB1D3-4CBD-4585-8D98-788C6A6CCB04}"/>
              </a:ext>
            </a:extLst>
          </p:cNvPr>
          <p:cNvSpPr>
            <a:spLocks noGrp="1"/>
          </p:cNvSpPr>
          <p:nvPr>
            <p:ph type="sldNum" sz="quarter" idx="12"/>
          </p:nvPr>
        </p:nvSpPr>
        <p:spPr/>
        <p:txBody>
          <a:bodyPr/>
          <a:lstStyle/>
          <a:p>
            <a:pPr lvl="0"/>
            <a:fld id="{2D715BB5-B27D-4F41-AF26-8AF08306D801}" type="slidenum">
              <a:t>15</a:t>
            </a:fld>
            <a:endParaRPr lang="en-US"/>
          </a:p>
        </p:txBody>
      </p:sp>
      <p:sp>
        <p:nvSpPr>
          <p:cNvPr id="2" name="Text Placeholder 1">
            <a:extLst>
              <a:ext uri="{FF2B5EF4-FFF2-40B4-BE49-F238E27FC236}">
                <a16:creationId xmlns:a16="http://schemas.microsoft.com/office/drawing/2014/main" id="{F926C55F-48FB-4723-BA6F-29995BF1D927}"/>
              </a:ext>
            </a:extLst>
          </p:cNvPr>
          <p:cNvSpPr txBox="1">
            <a:spLocks noGrp="1"/>
          </p:cNvSpPr>
          <p:nvPr>
            <p:ph type="body" idx="4294967295"/>
          </p:nvPr>
        </p:nvSpPr>
        <p:spPr>
          <a:xfrm>
            <a:off x="540000" y="914400"/>
            <a:ext cx="3803400" cy="4305600"/>
          </a:xfrm>
        </p:spPr>
        <p:txBody>
          <a:bodyPr vert="horz"/>
          <a:lstStyle/>
          <a:p>
            <a:pPr lvl="0">
              <a:buClr>
                <a:srgbClr val="FF6600"/>
              </a:buClr>
              <a:buSzPct val="45000"/>
              <a:buFont typeface="StarSymbol"/>
              <a:buChar char="●"/>
            </a:pPr>
            <a:r>
              <a:rPr lang="en-US"/>
              <a:t>Linearly interpolate the vertex normal over the surfaces of the polygon.</a:t>
            </a:r>
          </a:p>
          <a:p>
            <a:pPr lvl="0">
              <a:buClr>
                <a:srgbClr val="FF6600"/>
              </a:buClr>
              <a:buSzPct val="45000"/>
              <a:buFont typeface="StarSymbol"/>
              <a:buChar char="●"/>
            </a:pPr>
            <a:endParaRPr lang="en-US"/>
          </a:p>
          <a:p>
            <a:pPr lvl="0">
              <a:buClr>
                <a:srgbClr val="FF6600"/>
              </a:buClr>
              <a:buSzPct val="45000"/>
              <a:buFont typeface="StarSymbol"/>
              <a:buChar char="●"/>
            </a:pPr>
            <a:r>
              <a:rPr lang="en-US"/>
              <a:t>  N= (y-y2)/(y1-y2) N1 + (y1-y)/(y1-y2) N2</a:t>
            </a:r>
          </a:p>
          <a:p>
            <a:pPr lvl="0">
              <a:buClr>
                <a:srgbClr val="FF6600"/>
              </a:buClr>
              <a:buSzPct val="45000"/>
              <a:buFont typeface="StarSymbol"/>
              <a:buChar char="●"/>
            </a:pPr>
            <a:endParaRPr lang="en-US"/>
          </a:p>
        </p:txBody>
      </p:sp>
      <p:pic>
        <p:nvPicPr>
          <p:cNvPr id="3" name="Picture 2">
            <a:extLst>
              <a:ext uri="{FF2B5EF4-FFF2-40B4-BE49-F238E27FC236}">
                <a16:creationId xmlns:a16="http://schemas.microsoft.com/office/drawing/2014/main" id="{4F934780-4CE3-4FB7-8664-C07CC85176D1}"/>
              </a:ext>
            </a:extLst>
          </p:cNvPr>
          <p:cNvPicPr>
            <a:picLocks noChangeAspect="1"/>
          </p:cNvPicPr>
          <p:nvPr/>
        </p:nvPicPr>
        <p:blipFill>
          <a:blip r:embed="rId3">
            <a:lum/>
            <a:alphaModFix/>
          </a:blip>
          <a:srcRect/>
          <a:stretch>
            <a:fillRect/>
          </a:stretch>
        </p:blipFill>
        <p:spPr>
          <a:xfrm>
            <a:off x="4343400" y="1086120"/>
            <a:ext cx="5452919" cy="3714480"/>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page16">
    <p:spTree>
      <p:nvGrpSpPr>
        <p:cNvPr id="1" name=""/>
        <p:cNvGrpSpPr/>
        <p:nvPr/>
      </p:nvGrpSpPr>
      <p:grpSpPr>
        <a:xfrm>
          <a:off x="0" y="0"/>
          <a:ext cx="0" cy="0"/>
          <a:chOff x="0" y="0"/>
          <a:chExt cx="0" cy="0"/>
        </a:xfrm>
      </p:grpSpPr>
      <p:sp>
        <p:nvSpPr>
          <p:cNvPr id="6" name="Slide Number Placeholder 3">
            <a:extLst>
              <a:ext uri="{FF2B5EF4-FFF2-40B4-BE49-F238E27FC236}">
                <a16:creationId xmlns:a16="http://schemas.microsoft.com/office/drawing/2014/main" id="{E4292E1C-EBE8-4B69-B7CD-7393E8761763}"/>
              </a:ext>
            </a:extLst>
          </p:cNvPr>
          <p:cNvSpPr>
            <a:spLocks noGrp="1"/>
          </p:cNvSpPr>
          <p:nvPr>
            <p:ph type="sldNum" sz="quarter" idx="12"/>
          </p:nvPr>
        </p:nvSpPr>
        <p:spPr/>
        <p:txBody>
          <a:bodyPr/>
          <a:lstStyle/>
          <a:p>
            <a:pPr lvl="0"/>
            <a:fld id="{5468D6EC-987A-4B22-8C39-AFF1A20872AD}" type="slidenum">
              <a:t>16</a:t>
            </a:fld>
            <a:endParaRPr lang="en-US"/>
          </a:p>
        </p:txBody>
      </p:sp>
      <p:sp>
        <p:nvSpPr>
          <p:cNvPr id="2" name="Title 1">
            <a:extLst>
              <a:ext uri="{FF2B5EF4-FFF2-40B4-BE49-F238E27FC236}">
                <a16:creationId xmlns:a16="http://schemas.microsoft.com/office/drawing/2014/main" id="{CDD4DB6B-23C4-4549-8A21-49875FB9BB3D}"/>
              </a:ext>
            </a:extLst>
          </p:cNvPr>
          <p:cNvSpPr txBox="1">
            <a:spLocks noGrp="1"/>
          </p:cNvSpPr>
          <p:nvPr>
            <p:ph type="title" idx="4294967295"/>
          </p:nvPr>
        </p:nvSpPr>
        <p:spPr/>
        <p:txBody>
          <a:bodyPr vert="horz"/>
          <a:lstStyle/>
          <a:p>
            <a:pPr lvl="0"/>
            <a:r>
              <a:rPr lang="en-US"/>
              <a:t>Algorithm</a:t>
            </a:r>
          </a:p>
        </p:txBody>
      </p:sp>
      <p:sp>
        <p:nvSpPr>
          <p:cNvPr id="3" name="Text Placeholder 2">
            <a:extLst>
              <a:ext uri="{FF2B5EF4-FFF2-40B4-BE49-F238E27FC236}">
                <a16:creationId xmlns:a16="http://schemas.microsoft.com/office/drawing/2014/main" id="{5CCCF2BC-6615-43FA-B602-0D15D925709C}"/>
              </a:ext>
            </a:extLst>
          </p:cNvPr>
          <p:cNvSpPr txBox="1">
            <a:spLocks noGrp="1"/>
          </p:cNvSpPr>
          <p:nvPr>
            <p:ph type="body" idx="4294967295"/>
          </p:nvPr>
        </p:nvSpPr>
        <p:spPr>
          <a:xfrm>
            <a:off x="1225800" y="1180800"/>
            <a:ext cx="7232400" cy="3619800"/>
          </a:xfrm>
        </p:spPr>
        <p:txBody>
          <a:bodyPr vert="horz"/>
          <a:lstStyle/>
          <a:p>
            <a:pPr lvl="0">
              <a:buClr>
                <a:srgbClr val="FF6600"/>
              </a:buClr>
              <a:buSzPct val="45000"/>
              <a:buFont typeface="StarSymbol"/>
              <a:buChar char="●"/>
            </a:pPr>
            <a:r>
              <a:rPr lang="en-US"/>
              <a:t>Determine the average unit normal vector at each polygon vertex.</a:t>
            </a:r>
          </a:p>
          <a:p>
            <a:pPr lvl="0">
              <a:buClr>
                <a:srgbClr val="FF6600"/>
              </a:buClr>
              <a:buSzPct val="45000"/>
              <a:buFont typeface="StarSymbol"/>
              <a:buChar char="●"/>
            </a:pPr>
            <a:r>
              <a:rPr lang="en-US"/>
              <a:t>Linearly interpolate the vertex normal over the surface of the polygon.</a:t>
            </a:r>
          </a:p>
          <a:p>
            <a:pPr lvl="0">
              <a:buClr>
                <a:srgbClr val="FF6600"/>
              </a:buClr>
              <a:buSzPct val="45000"/>
              <a:buFont typeface="StarSymbol"/>
              <a:buChar char="●"/>
            </a:pPr>
            <a:r>
              <a:rPr lang="en-US"/>
              <a:t>Apply an illumination model along each scan line to calculate pixel intensities for the surface points. The  intensity value is calculated using the interpolated normal vector.</a:t>
            </a:r>
          </a:p>
          <a:p>
            <a:pPr lvl="0">
              <a:buClr>
                <a:srgbClr val="FF6600"/>
              </a:buClr>
              <a:buSzPct val="45000"/>
              <a:buFont typeface="StarSymbol"/>
              <a:buChar char="●"/>
            </a:pPr>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page17">
    <p:spTree>
      <p:nvGrpSpPr>
        <p:cNvPr id="1" name=""/>
        <p:cNvGrpSpPr/>
        <p:nvPr/>
      </p:nvGrpSpPr>
      <p:grpSpPr>
        <a:xfrm>
          <a:off x="0" y="0"/>
          <a:ext cx="0" cy="0"/>
          <a:chOff x="0" y="0"/>
          <a:chExt cx="0" cy="0"/>
        </a:xfrm>
      </p:grpSpPr>
      <p:sp>
        <p:nvSpPr>
          <p:cNvPr id="6" name="Slide Number Placeholder 3">
            <a:extLst>
              <a:ext uri="{FF2B5EF4-FFF2-40B4-BE49-F238E27FC236}">
                <a16:creationId xmlns:a16="http://schemas.microsoft.com/office/drawing/2014/main" id="{155D18DF-50E2-42A3-8586-9243C5AD2E4F}"/>
              </a:ext>
            </a:extLst>
          </p:cNvPr>
          <p:cNvSpPr>
            <a:spLocks noGrp="1"/>
          </p:cNvSpPr>
          <p:nvPr>
            <p:ph type="sldNum" sz="quarter" idx="12"/>
          </p:nvPr>
        </p:nvSpPr>
        <p:spPr/>
        <p:txBody>
          <a:bodyPr/>
          <a:lstStyle/>
          <a:p>
            <a:pPr lvl="0"/>
            <a:fld id="{63E02A61-A9AD-4E69-9BF1-1A610966E320}" type="slidenum">
              <a:t>17</a:t>
            </a:fld>
            <a:endParaRPr lang="en-US"/>
          </a:p>
        </p:txBody>
      </p:sp>
      <p:sp>
        <p:nvSpPr>
          <p:cNvPr id="2" name="Title 1">
            <a:extLst>
              <a:ext uri="{FF2B5EF4-FFF2-40B4-BE49-F238E27FC236}">
                <a16:creationId xmlns:a16="http://schemas.microsoft.com/office/drawing/2014/main" id="{EEB6197A-2323-4AEC-93C9-25567C85AF3D}"/>
              </a:ext>
            </a:extLst>
          </p:cNvPr>
          <p:cNvSpPr txBox="1">
            <a:spLocks noGrp="1"/>
          </p:cNvSpPr>
          <p:nvPr>
            <p:ph type="title" idx="4294967295"/>
          </p:nvPr>
        </p:nvSpPr>
        <p:spPr/>
        <p:txBody>
          <a:bodyPr vert="horz"/>
          <a:lstStyle/>
          <a:p>
            <a:pPr lvl="0"/>
            <a:r>
              <a:rPr lang="en-US"/>
              <a:t>Advantages</a:t>
            </a:r>
          </a:p>
        </p:txBody>
      </p:sp>
      <p:sp>
        <p:nvSpPr>
          <p:cNvPr id="3" name="Text Placeholder 2">
            <a:extLst>
              <a:ext uri="{FF2B5EF4-FFF2-40B4-BE49-F238E27FC236}">
                <a16:creationId xmlns:a16="http://schemas.microsoft.com/office/drawing/2014/main" id="{F1E5485F-871A-404A-91DC-0180EB22777E}"/>
              </a:ext>
            </a:extLst>
          </p:cNvPr>
          <p:cNvSpPr txBox="1">
            <a:spLocks noGrp="1"/>
          </p:cNvSpPr>
          <p:nvPr>
            <p:ph type="body" idx="4294967295"/>
          </p:nvPr>
        </p:nvSpPr>
        <p:spPr>
          <a:xfrm>
            <a:off x="540000" y="1260000"/>
            <a:ext cx="8146800" cy="3960000"/>
          </a:xfrm>
        </p:spPr>
        <p:txBody>
          <a:bodyPr vert="horz"/>
          <a:lstStyle/>
          <a:p>
            <a:pPr lvl="0">
              <a:buClr>
                <a:srgbClr val="FF6600"/>
              </a:buClr>
              <a:buSzPct val="45000"/>
              <a:buFont typeface="StarSymbol"/>
              <a:buChar char="●"/>
            </a:pPr>
            <a:r>
              <a:rPr lang="en-US"/>
              <a:t>It display more realistic highlights on a surface.</a:t>
            </a:r>
          </a:p>
          <a:p>
            <a:pPr lvl="0">
              <a:buClr>
                <a:srgbClr val="FF6600"/>
              </a:buClr>
              <a:buSzPct val="45000"/>
              <a:buFont typeface="StarSymbol"/>
              <a:buChar char="●"/>
            </a:pPr>
            <a:r>
              <a:rPr lang="en-US"/>
              <a:t>It reduces the match band effect.</a:t>
            </a:r>
          </a:p>
          <a:p>
            <a:pPr lvl="0">
              <a:buClr>
                <a:srgbClr val="FF6600"/>
              </a:buClr>
              <a:buSzPct val="45000"/>
              <a:buFont typeface="StarSymbol"/>
              <a:buChar char="●"/>
            </a:pPr>
            <a:r>
              <a:rPr lang="en-US"/>
              <a:t>It gives more accureate result.</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page18">
    <p:spTree>
      <p:nvGrpSpPr>
        <p:cNvPr id="1" name=""/>
        <p:cNvGrpSpPr/>
        <p:nvPr/>
      </p:nvGrpSpPr>
      <p:grpSpPr>
        <a:xfrm>
          <a:off x="0" y="0"/>
          <a:ext cx="0" cy="0"/>
          <a:chOff x="0" y="0"/>
          <a:chExt cx="0" cy="0"/>
        </a:xfrm>
      </p:grpSpPr>
      <p:sp>
        <p:nvSpPr>
          <p:cNvPr id="6" name="Slide Number Placeholder 3">
            <a:extLst>
              <a:ext uri="{FF2B5EF4-FFF2-40B4-BE49-F238E27FC236}">
                <a16:creationId xmlns:a16="http://schemas.microsoft.com/office/drawing/2014/main" id="{50E87F29-94EA-4B09-B179-09094B39225F}"/>
              </a:ext>
            </a:extLst>
          </p:cNvPr>
          <p:cNvSpPr>
            <a:spLocks noGrp="1"/>
          </p:cNvSpPr>
          <p:nvPr>
            <p:ph type="sldNum" sz="quarter" idx="12"/>
          </p:nvPr>
        </p:nvSpPr>
        <p:spPr/>
        <p:txBody>
          <a:bodyPr/>
          <a:lstStyle/>
          <a:p>
            <a:pPr lvl="0"/>
            <a:fld id="{C06F7439-0186-433C-9810-759CC3824885}" type="slidenum">
              <a:t>18</a:t>
            </a:fld>
            <a:endParaRPr lang="en-US"/>
          </a:p>
        </p:txBody>
      </p:sp>
      <p:sp>
        <p:nvSpPr>
          <p:cNvPr id="2" name="Title 1">
            <a:extLst>
              <a:ext uri="{FF2B5EF4-FFF2-40B4-BE49-F238E27FC236}">
                <a16:creationId xmlns:a16="http://schemas.microsoft.com/office/drawing/2014/main" id="{04307606-866D-4572-897A-BE128365E2C5}"/>
              </a:ext>
            </a:extLst>
          </p:cNvPr>
          <p:cNvSpPr txBox="1">
            <a:spLocks noGrp="1"/>
          </p:cNvSpPr>
          <p:nvPr>
            <p:ph type="title" idx="4294967295"/>
          </p:nvPr>
        </p:nvSpPr>
        <p:spPr/>
        <p:txBody>
          <a:bodyPr vert="horz"/>
          <a:lstStyle/>
          <a:p>
            <a:pPr lvl="0"/>
            <a:r>
              <a:rPr lang="en-US"/>
              <a:t>Disadvantages</a:t>
            </a:r>
          </a:p>
        </p:txBody>
      </p:sp>
      <p:sp>
        <p:nvSpPr>
          <p:cNvPr id="3" name="Text Placeholder 2">
            <a:extLst>
              <a:ext uri="{FF2B5EF4-FFF2-40B4-BE49-F238E27FC236}">
                <a16:creationId xmlns:a16="http://schemas.microsoft.com/office/drawing/2014/main" id="{CD9560A3-AD2F-4E6B-A15E-87E1CF21137B}"/>
              </a:ext>
            </a:extLst>
          </p:cNvPr>
          <p:cNvSpPr txBox="1">
            <a:spLocks noGrp="1"/>
          </p:cNvSpPr>
          <p:nvPr>
            <p:ph type="body" idx="4294967295"/>
          </p:nvPr>
        </p:nvSpPr>
        <p:spPr>
          <a:xfrm>
            <a:off x="540000" y="1260000"/>
            <a:ext cx="8604000" cy="3960000"/>
          </a:xfrm>
        </p:spPr>
        <p:txBody>
          <a:bodyPr vert="horz"/>
          <a:lstStyle/>
          <a:p>
            <a:pPr lvl="0">
              <a:buClr>
                <a:srgbClr val="FF6600"/>
              </a:buClr>
              <a:buSzPct val="45000"/>
              <a:buFont typeface="StarSymbol"/>
              <a:buChar char="●"/>
            </a:pPr>
            <a:r>
              <a:rPr lang="en-US"/>
              <a:t>It requires more calculation.</a:t>
            </a:r>
          </a:p>
          <a:p>
            <a:pPr lvl="0">
              <a:buClr>
                <a:srgbClr val="FF6600"/>
              </a:buClr>
              <a:buSzPct val="45000"/>
              <a:buFont typeface="StarSymbol"/>
              <a:buChar char="●"/>
            </a:pPr>
            <a:r>
              <a:rPr lang="en-US"/>
              <a:t>It is slower as compared to the Gourand Shading.</a:t>
            </a:r>
          </a:p>
          <a:p>
            <a:pPr lvl="0">
              <a:buClr>
                <a:srgbClr val="FF6600"/>
              </a:buClr>
              <a:buSzPct val="45000"/>
              <a:buFont typeface="StarSymbol"/>
              <a:buChar char="●"/>
            </a:pPr>
            <a:r>
              <a:rPr lang="en-US"/>
              <a:t>It greatly increases the cost of shading steeply.</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page19">
    <p:spTree>
      <p:nvGrpSpPr>
        <p:cNvPr id="1" name=""/>
        <p:cNvGrpSpPr/>
        <p:nvPr/>
      </p:nvGrpSpPr>
      <p:grpSpPr>
        <a:xfrm>
          <a:off x="0" y="0"/>
          <a:ext cx="0" cy="0"/>
          <a:chOff x="0" y="0"/>
          <a:chExt cx="0" cy="0"/>
        </a:xfrm>
      </p:grpSpPr>
      <p:sp>
        <p:nvSpPr>
          <p:cNvPr id="5" name="Slide Number Placeholder 3">
            <a:extLst>
              <a:ext uri="{FF2B5EF4-FFF2-40B4-BE49-F238E27FC236}">
                <a16:creationId xmlns:a16="http://schemas.microsoft.com/office/drawing/2014/main" id="{2C07F532-0320-4896-B59D-F84F17A02586}"/>
              </a:ext>
            </a:extLst>
          </p:cNvPr>
          <p:cNvSpPr>
            <a:spLocks noGrp="1"/>
          </p:cNvSpPr>
          <p:nvPr>
            <p:ph type="sldNum" sz="quarter" idx="12"/>
          </p:nvPr>
        </p:nvSpPr>
        <p:spPr/>
        <p:txBody>
          <a:bodyPr/>
          <a:lstStyle/>
          <a:p>
            <a:pPr lvl="0"/>
            <a:fld id="{FDBBB397-BDBE-4448-BFCF-97BE4E7D0FFE}" type="slidenum">
              <a:t>19</a:t>
            </a:fld>
            <a:endParaRPr lang="en-US"/>
          </a:p>
        </p:txBody>
      </p:sp>
      <p:sp>
        <p:nvSpPr>
          <p:cNvPr id="2" name="Title 1">
            <a:extLst>
              <a:ext uri="{FF2B5EF4-FFF2-40B4-BE49-F238E27FC236}">
                <a16:creationId xmlns:a16="http://schemas.microsoft.com/office/drawing/2014/main" id="{0BE50971-855C-40C5-AD6C-5208A60D98A3}"/>
              </a:ext>
            </a:extLst>
          </p:cNvPr>
          <p:cNvSpPr txBox="1">
            <a:spLocks noGrp="1"/>
          </p:cNvSpPr>
          <p:nvPr>
            <p:ph type="title" idx="4294967295"/>
          </p:nvPr>
        </p:nvSpPr>
        <p:spPr>
          <a:xfrm>
            <a:off x="635400" y="2514600"/>
            <a:ext cx="8280000" cy="630000"/>
          </a:xfrm>
        </p:spPr>
        <p:txBody>
          <a:bodyPr vert="horz"/>
          <a:lstStyle/>
          <a:p>
            <a:pPr lvl="0"/>
            <a:r>
              <a:rPr lang="en-US"/>
              <a:t>Thankyou</a:t>
            </a:r>
          </a:p>
        </p:txBody>
      </p:sp>
    </p:spTree>
  </p:cSld>
  <p:clrMapOvr>
    <a:masterClrMapping/>
  </p:clrMapOvr>
</p:sld>
</file>

<file path=ppt/theme/theme1.xml><?xml version="1.0" encoding="utf-8"?>
<a:theme xmlns:a="http://schemas.openxmlformats.org/drawingml/2006/main" name="Pencil">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Pencil1">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67</TotalTime>
  <Words>885</Words>
  <Application>Microsoft Office PowerPoint</Application>
  <PresentationFormat>Custom</PresentationFormat>
  <Paragraphs>103</Paragraphs>
  <Slides>19</Slides>
  <Notes>19</Notes>
  <HiddenSlides>0</HiddenSlides>
  <MMClips>0</MMClips>
  <ScaleCrop>false</ScaleCrop>
  <HeadingPairs>
    <vt:vector size="6" baseType="variant">
      <vt:variant>
        <vt:lpstr>Fonts Used</vt:lpstr>
      </vt:variant>
      <vt:variant>
        <vt:i4>4</vt:i4>
      </vt:variant>
      <vt:variant>
        <vt:lpstr>Theme</vt:lpstr>
      </vt:variant>
      <vt:variant>
        <vt:i4>2</vt:i4>
      </vt:variant>
      <vt:variant>
        <vt:lpstr>Slide Titles</vt:lpstr>
      </vt:variant>
      <vt:variant>
        <vt:i4>19</vt:i4>
      </vt:variant>
    </vt:vector>
  </HeadingPairs>
  <TitlesOfParts>
    <vt:vector size="25" baseType="lpstr">
      <vt:lpstr>Arial</vt:lpstr>
      <vt:lpstr>Calibri</vt:lpstr>
      <vt:lpstr>Liberation Sans</vt:lpstr>
      <vt:lpstr>StarSymbol</vt:lpstr>
      <vt:lpstr>Pencil</vt:lpstr>
      <vt:lpstr>Pencil1</vt:lpstr>
      <vt:lpstr>Presentation on POLYGON(Surface)  Rendering Method</vt:lpstr>
      <vt:lpstr>Polygon rendering is the technique of calculating intensity and color considerations for a polygon.  There are two ways of polygon rendering:</vt:lpstr>
      <vt:lpstr>1. Constant Intensity Shading (Flat Shading)</vt:lpstr>
      <vt:lpstr>Interpolating Shading 1. Gouraud Shading</vt:lpstr>
      <vt:lpstr>PowerPoint Presentation</vt:lpstr>
      <vt:lpstr>PowerPoint Presentation</vt:lpstr>
      <vt:lpstr>PowerPoint Presentation</vt:lpstr>
      <vt:lpstr>PowerPoint Presentation</vt:lpstr>
      <vt:lpstr>PowerPoint Presentation</vt:lpstr>
      <vt:lpstr>Advantages of Gouraud Shading</vt:lpstr>
      <vt:lpstr>Disadvantage of Gouraud shading</vt:lpstr>
      <vt:lpstr>PowerPoint Presentation</vt:lpstr>
      <vt:lpstr>2. Phong Shading</vt:lpstr>
      <vt:lpstr>PowerPoint Presentation</vt:lpstr>
      <vt:lpstr>PowerPoint Presentation</vt:lpstr>
      <vt:lpstr>Algorithm</vt:lpstr>
      <vt:lpstr>Advantages</vt:lpstr>
      <vt:lpstr>Disadvantages</vt:lpstr>
      <vt:lpstr>Thankyou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Pencil</dc:title>
  <cp:lastModifiedBy>prasamsha nepal</cp:lastModifiedBy>
  <cp:revision>23</cp:revision>
  <dcterms:created xsi:type="dcterms:W3CDTF">2025-03-11T06:16:26Z</dcterms:created>
  <dcterms:modified xsi:type="dcterms:W3CDTF">2026-03-10T12:26:43Z</dcterms:modified>
</cp:coreProperties>
</file>