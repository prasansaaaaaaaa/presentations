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5" r:id="rId6"/>
    <p:sldId id="266" r:id="rId7"/>
    <p:sldId id="267" r:id="rId8"/>
    <p:sldId id="263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91710E-820F-46FD-9B6F-0D9D4D772503}" v="3" dt="2026-03-10T12:21:55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msha nepal" userId="ebafb75ae14e3e27" providerId="LiveId" clId="{AB91710E-820F-46FD-9B6F-0D9D4D772503}"/>
    <pc:docChg chg="modSld">
      <pc:chgData name="prasamsha nepal" userId="ebafb75ae14e3e27" providerId="LiveId" clId="{AB91710E-820F-46FD-9B6F-0D9D4D772503}" dt="2026-03-10T12:22:40.070" v="98" actId="1076"/>
      <pc:docMkLst>
        <pc:docMk/>
      </pc:docMkLst>
      <pc:sldChg chg="addSp modSp mod">
        <pc:chgData name="prasamsha nepal" userId="ebafb75ae14e3e27" providerId="LiveId" clId="{AB91710E-820F-46FD-9B6F-0D9D4D772503}" dt="2026-03-10T12:22:40.070" v="98" actId="1076"/>
        <pc:sldMkLst>
          <pc:docMk/>
          <pc:sldMk cId="1593694826" sldId="256"/>
        </pc:sldMkLst>
        <pc:spChg chg="mod">
          <ac:chgData name="prasamsha nepal" userId="ebafb75ae14e3e27" providerId="LiveId" clId="{AB91710E-820F-46FD-9B6F-0D9D4D772503}" dt="2026-03-10T12:20:20.251" v="1" actId="1076"/>
          <ac:spMkLst>
            <pc:docMk/>
            <pc:sldMk cId="1593694826" sldId="256"/>
            <ac:spMk id="2" creationId="{00000000-0000-0000-0000-000000000000}"/>
          </ac:spMkLst>
        </pc:spChg>
        <pc:spChg chg="add mod">
          <ac:chgData name="prasamsha nepal" userId="ebafb75ae14e3e27" providerId="LiveId" clId="{AB91710E-820F-46FD-9B6F-0D9D4D772503}" dt="2026-03-10T12:22:40.070" v="98" actId="1076"/>
          <ac:spMkLst>
            <pc:docMk/>
            <pc:sldMk cId="1593694826" sldId="256"/>
            <ac:spMk id="3" creationId="{A5439575-E672-6163-2535-288B89BFEF03}"/>
          </ac:spMkLst>
        </pc:spChg>
        <pc:picChg chg="mod">
          <ac:chgData name="prasamsha nepal" userId="ebafb75ae14e3e27" providerId="LiveId" clId="{AB91710E-820F-46FD-9B6F-0D9D4D772503}" dt="2026-03-10T12:21:55.486" v="94" actId="1076"/>
          <ac:picMkLst>
            <pc:docMk/>
            <pc:sldMk cId="1593694826" sldId="256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299570"/>
            <a:ext cx="6815669" cy="1342332"/>
          </a:xfrm>
        </p:spPr>
        <p:txBody>
          <a:bodyPr/>
          <a:lstStyle/>
          <a:p>
            <a:r>
              <a:rPr lang="en-US" sz="2800" b="1" dirty="0"/>
              <a:t>Lexical Analysis in NLP: Segmentation &amp; Morphological Analysis</a:t>
            </a:r>
            <a:endParaRPr lang="en-US" sz="2800" dirty="0"/>
          </a:p>
        </p:txBody>
      </p:sp>
      <p:pic>
        <p:nvPicPr>
          <p:cNvPr id="4" name="Picture 2" descr="Natural Language Processing Isometric Scene Natural language processing. Robot communicates with a man through a digital interface as if it is a human. Artificial intelligence concept. Isometric vector illustration with isolated objects natural language processing stock illustrations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8" y="2641902"/>
            <a:ext cx="6815669" cy="2726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439575-E672-6163-2535-288B89BFEF03}"/>
              </a:ext>
            </a:extLst>
          </p:cNvPr>
          <p:cNvSpPr txBox="1"/>
          <p:nvPr/>
        </p:nvSpPr>
        <p:spPr>
          <a:xfrm>
            <a:off x="3956648" y="5491208"/>
            <a:ext cx="5290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Presented By: Prasamsha Nepal</a:t>
            </a:r>
          </a:p>
        </p:txBody>
      </p:sp>
    </p:spTree>
    <p:extLst>
      <p:ext uri="{BB962C8B-B14F-4D97-AF65-F5344CB8AC3E}">
        <p14:creationId xmlns:p14="http://schemas.microsoft.com/office/powerpoint/2010/main" val="159369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BC750A-B8E7-49A0-A00A-F72451271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2169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4D0436-4FAC-43D1-9565-515BBE80D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8066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82E424-AAF6-43AC-AC56-03BA23E0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150420" y="3429000"/>
            <a:ext cx="6858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Content Placeholder 4"/>
          <p:cNvSpPr txBox="1">
            <a:spLocks/>
          </p:cNvSpPr>
          <p:nvPr/>
        </p:nvSpPr>
        <p:spPr>
          <a:xfrm>
            <a:off x="-38100" y="1127982"/>
            <a:ext cx="7328745" cy="5799909"/>
          </a:xfrm>
          <a:prstGeom prst="roundRect">
            <a:avLst>
              <a:gd name="adj" fmla="val 0"/>
            </a:avLst>
          </a:prstGeom>
          <a:ln w="57150" cmpd="thickThin">
            <a:noFill/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technology which involves converting of the spoken or written human language into a form which can be processed by computer and vice versa.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Core Tasks in NLP: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process of examining and processing written text to understand its structure and components.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Processing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Speech recognition and text-to-speech (TTS) conversion.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Understanding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process of interpreting the meaning, context, and intent behind text or speech.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Generation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process of producing human-like text or speech, such as translations, summaries, or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776" y="-69891"/>
            <a:ext cx="7331290" cy="1424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NATURAL LANGUAGE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2169" y="22423"/>
            <a:ext cx="4393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00971" y="845405"/>
            <a:ext cx="39276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Chatbot</a:t>
            </a:r>
            <a:r>
              <a:rPr lang="en-US" sz="2000" b="1" dirty="0"/>
              <a:t> and Virtual assistants: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b="1" dirty="0"/>
              <a:t>					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typing in google docs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572" y="1354787"/>
            <a:ext cx="2280345" cy="127699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917" y="1354787"/>
            <a:ext cx="1759732" cy="127699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819" y="3249115"/>
            <a:ext cx="1810824" cy="90541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795" y="3079714"/>
            <a:ext cx="2126672" cy="119093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420" y="4812585"/>
            <a:ext cx="2035497" cy="139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9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10341" y="856706"/>
            <a:ext cx="9905998" cy="1905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LEXICAL ANALYSIS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9269" y="1809206"/>
            <a:ext cx="10368142" cy="38578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converting raw text into meaningful units such as words, sub words, morphemes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NLP tasks (translation, sentiment analysis, search engines)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languages with complex word structures. for e.g., Arabic, Turkish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tasks:</a:t>
            </a: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 </a:t>
            </a: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715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673652" y="1479176"/>
            <a:ext cx="10368142" cy="527124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is the process of Splitting text into tokens which is why it’s also called tokenization.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good segmentation is based on the correctness of the syntax ,semantic and pragmatic structure.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</a:t>
            </a: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Dividing a sentence into individual words or tokens.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Sub-word Segmentation</a:t>
            </a: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Breaking words into smaller units like syllables or characters.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Sentence Segmentation</a:t>
            </a: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Dividing a paragraph into individual sentences.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/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>
            <a:off x="904724" y="94297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</p:txBody>
      </p:sp>
    </p:spTree>
    <p:extLst>
      <p:ext uri="{BB962C8B-B14F-4D97-AF65-F5344CB8AC3E}">
        <p14:creationId xmlns:p14="http://schemas.microsoft.com/office/powerpoint/2010/main" val="449659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TYPES OF SEGMENTATION</a:t>
            </a:r>
            <a:endParaRPr lang="en-US" sz="32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086" y="2481942"/>
            <a:ext cx="10646228" cy="3393925"/>
          </a:xfrm>
        </p:spPr>
        <p:txBody>
          <a:bodyPr>
            <a:normAutofit lnSpcReduction="1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Segmentation: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 a sentence into individual words or tokens.</a:t>
            </a: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NLP is powerful!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28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powerful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30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TYPES OF SEGMENTATION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086" y="2481942"/>
            <a:ext cx="10646228" cy="3393925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Sub-word Segmentation :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Breaking words into smaller parts which is also used in deep learning.</a:t>
            </a: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Word:</a:t>
            </a:r>
            <a:r>
              <a:rPr lang="en-US" altLang="en-US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unhappiness</a:t>
            </a: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happi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03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TYPES OF SEGMENTATION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086" y="2481942"/>
            <a:ext cx="10646228" cy="3393925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Sentence Segmentation: Breaking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paragraph into separate sentences.</a:t>
            </a: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i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US" altLang="en-US" sz="28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like NLP. It’s fun. Let's learn more!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like NLP.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fun.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Let's learn more!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052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10340" y="657824"/>
            <a:ext cx="9905998" cy="1905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segmentation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9269" y="2104955"/>
            <a:ext cx="10368142" cy="425196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4016" b="43158"/>
          <a:stretch/>
        </p:blipFill>
        <p:spPr>
          <a:xfrm>
            <a:off x="1041760" y="1543462"/>
            <a:ext cx="2875597" cy="8662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635763" y="2656719"/>
            <a:ext cx="46763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Languages without spaces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24" y="3273660"/>
            <a:ext cx="3106668" cy="1914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688871" y="5308285"/>
            <a:ext cx="97640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Ambiguities:</a:t>
            </a:r>
          </a:p>
          <a:p>
            <a:r>
              <a:rPr lang="en-US" sz="2800" b="1" dirty="0"/>
              <a:t> Same text → multiple valid tokenization.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906" y="1471675"/>
            <a:ext cx="3401068" cy="21822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7723244" y="3932715"/>
            <a:ext cx="26003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Contractions</a:t>
            </a:r>
          </a:p>
        </p:txBody>
      </p:sp>
    </p:spTree>
    <p:extLst>
      <p:ext uri="{BB962C8B-B14F-4D97-AF65-F5344CB8AC3E}">
        <p14:creationId xmlns:p14="http://schemas.microsoft.com/office/powerpoint/2010/main" val="3737020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673652" y="1502229"/>
            <a:ext cx="10368142" cy="465037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Analysis is the process of recognizing the suffices and prefixes that are attached to the word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 this by: Prefixes +root + suffixes</a:t>
            </a:r>
          </a:p>
          <a:p>
            <a:pPr marL="45720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Prefixes: A prefix is a group of letters added at the beginning of a word to change its meaning.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+happy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unhappy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+do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</a:p>
          <a:p>
            <a:pPr marL="45720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Root: It is the part to which prefixes and suffixes are added.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rewriting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reprefix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write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root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ingsuffix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marL="45720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Suffixes: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suffix is a group of letters added at the end of a word to change its form or meaning.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kind +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ness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kindness, quick +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quickly</a:t>
            </a:r>
            <a:endParaRPr lang="en-US" sz="2600" dirty="0"/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>
            <a:off x="904724" y="210792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MORPHOLOGICAL ANALYSIS</a:t>
            </a:r>
          </a:p>
        </p:txBody>
      </p:sp>
    </p:spTree>
    <p:extLst>
      <p:ext uri="{BB962C8B-B14F-4D97-AF65-F5344CB8AC3E}">
        <p14:creationId xmlns:p14="http://schemas.microsoft.com/office/powerpoint/2010/main" val="152951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10341" y="921276"/>
            <a:ext cx="9905998" cy="1905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morphological analysis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79269" y="2104955"/>
            <a:ext cx="10368142" cy="425196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Words like "leaves" can stem from different roots ("leaf" vs. "leave"), requiring context-aware disambiguation.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 Forms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Irregular derivation (e.g., "go" → "went") and irregular plurals (e.g., "mouse" → "mice") defy standard rules.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Diversity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Combinative languages (e.g., Turkish) pack multiple morphemes into single words, complicating segmentation.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855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120</TotalTime>
  <Words>605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Times New Roman</vt:lpstr>
      <vt:lpstr>Organic</vt:lpstr>
      <vt:lpstr>Lexical Analysis in NLP: Segmentation &amp; Morphological Analysis</vt:lpstr>
      <vt:lpstr>PowerPoint Presentation</vt:lpstr>
      <vt:lpstr>PowerPoint Presentation</vt:lpstr>
      <vt:lpstr>PowerPoint Presentation</vt:lpstr>
      <vt:lpstr>TYPES OF SEGMENTATION</vt:lpstr>
      <vt:lpstr>TYPES OF SEGMENTATION</vt:lpstr>
      <vt:lpstr>TYPES OF SEGMENTATION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Analysis in NLP: Segmentation &amp; Morphological Analysis</dc:title>
  <dc:creator>HP</dc:creator>
  <cp:lastModifiedBy>prasamsha nepal</cp:lastModifiedBy>
  <cp:revision>15</cp:revision>
  <dcterms:created xsi:type="dcterms:W3CDTF">2025-08-01T16:36:35Z</dcterms:created>
  <dcterms:modified xsi:type="dcterms:W3CDTF">2026-03-10T12:22:40Z</dcterms:modified>
</cp:coreProperties>
</file>