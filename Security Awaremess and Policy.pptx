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62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AA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585" autoAdjust="0"/>
  </p:normalViewPr>
  <p:slideViewPr>
    <p:cSldViewPr>
      <p:cViewPr>
        <p:scale>
          <a:sx n="39" d="100"/>
          <a:sy n="39" d="100"/>
        </p:scale>
        <p:origin x="-2286" y="-7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D59B2-33D9-4547-AD81-DB25853B51A9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24E-CFF2-4B0D-BE9D-9CA9BAA97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664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D59B2-33D9-4547-AD81-DB25853B51A9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24E-CFF2-4B0D-BE9D-9CA9BAA97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534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D59B2-33D9-4547-AD81-DB25853B51A9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24E-CFF2-4B0D-BE9D-9CA9BAA97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16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D59B2-33D9-4547-AD81-DB25853B51A9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24E-CFF2-4B0D-BE9D-9CA9BAA97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752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D59B2-33D9-4547-AD81-DB25853B51A9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24E-CFF2-4B0D-BE9D-9CA9BAA97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420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D59B2-33D9-4547-AD81-DB25853B51A9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24E-CFF2-4B0D-BE9D-9CA9BAA97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521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D59B2-33D9-4547-AD81-DB25853B51A9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24E-CFF2-4B0D-BE9D-9CA9BAA97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16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D59B2-33D9-4547-AD81-DB25853B51A9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24E-CFF2-4B0D-BE9D-9CA9BAA97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12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D59B2-33D9-4547-AD81-DB25853B51A9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24E-CFF2-4B0D-BE9D-9CA9BAA97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06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D59B2-33D9-4547-AD81-DB25853B51A9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24E-CFF2-4B0D-BE9D-9CA9BAA97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53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D59B2-33D9-4547-AD81-DB25853B51A9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8924E-CFF2-4B0D-BE9D-9CA9BAA97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358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D59B2-33D9-4547-AD81-DB25853B51A9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8924E-CFF2-4B0D-BE9D-9CA9BAA97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156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317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714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6511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285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384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322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306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46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816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678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303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  <p:extLst>
      <p:ext uri="{BB962C8B-B14F-4D97-AF65-F5344CB8AC3E}">
        <p14:creationId xmlns:p14="http://schemas.microsoft.com/office/powerpoint/2010/main" val="13384084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948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580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442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0</Words>
  <Application>Microsoft Office PowerPoint</Application>
  <PresentationFormat>On-screen Show (4:3)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6</cp:revision>
  <dcterms:created xsi:type="dcterms:W3CDTF">2024-03-04T09:35:07Z</dcterms:created>
  <dcterms:modified xsi:type="dcterms:W3CDTF">2024-03-04T16:49:28Z</dcterms:modified>
</cp:coreProperties>
</file>